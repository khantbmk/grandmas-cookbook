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Vidaloka"/>
      <p:regular r:id="rId22"/>
    </p:embeddedFont>
    <p:embeddedFont>
      <p:font typeface="Tino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Vidaloka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Tinos-bold.fntdata"/><Relationship Id="rId23" Type="http://schemas.openxmlformats.org/officeDocument/2006/relationships/font" Target="fonts/Tino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inos-boldItalic.fntdata"/><Relationship Id="rId25" Type="http://schemas.openxmlformats.org/officeDocument/2006/relationships/font" Target="fonts/Tino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1ad504302_2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1ad504302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1ad504302_2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1ad504302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1ad504302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1ad504302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1ad504302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1ad504302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1ad504302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1ad504302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1a9feee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1a9feee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1a9feee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1a9feee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1a9feee1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1a9feee1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1ad504302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1ad504302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1ad504302_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1ad504302_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1a9feee1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1a9feee1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2918075" y="917875"/>
            <a:ext cx="3307800" cy="3307800"/>
          </a:xfrm>
          <a:prstGeom prst="rect">
            <a:avLst/>
          </a:prstGeom>
          <a:solidFill>
            <a:schemeClr val="accent2"/>
          </a:solidFill>
          <a:ln cap="flat" cmpd="sng" w="152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17625" y="1206625"/>
            <a:ext cx="2708700" cy="27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918075" y="917875"/>
            <a:ext cx="3307800" cy="3307800"/>
          </a:xfrm>
          <a:prstGeom prst="rect">
            <a:avLst/>
          </a:prstGeom>
          <a:solidFill>
            <a:schemeClr val="accent2"/>
          </a:solidFill>
          <a:ln cap="flat" cmpd="sng" w="152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3258675" y="1643125"/>
            <a:ext cx="26268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258675" y="3068654"/>
            <a:ext cx="26268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17" name="Google Shape;17;p3"/>
          <p:cNvGrpSpPr/>
          <p:nvPr/>
        </p:nvGrpSpPr>
        <p:grpSpPr>
          <a:xfrm>
            <a:off x="4414050" y="2903550"/>
            <a:ext cx="315900" cy="98400"/>
            <a:chOff x="4414050" y="1436450"/>
            <a:chExt cx="315900" cy="98400"/>
          </a:xfrm>
        </p:grpSpPr>
        <p:cxnSp>
          <p:nvCxnSpPr>
            <p:cNvPr id="18" name="Google Shape;18;p3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9" name="Google Shape;19;p3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2682794" y="682601"/>
            <a:ext cx="3778500" cy="3778500"/>
          </a:xfrm>
          <a:prstGeom prst="rect">
            <a:avLst/>
          </a:prstGeom>
          <a:solidFill>
            <a:schemeClr val="accent2"/>
          </a:solidFill>
          <a:ln cap="flat" cmpd="sng" w="152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2971400" y="1313275"/>
            <a:ext cx="3201300" cy="25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68300" lvl="0" marL="457200" rtl="0" algn="ctr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⬗"/>
              <a:defRPr i="1">
                <a:solidFill>
                  <a:srgbClr val="FFFFFF"/>
                </a:solidFill>
              </a:defRPr>
            </a:lvl1pPr>
            <a:lvl2pPr indent="-3683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2pPr>
            <a:lvl3pPr indent="-3683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3pPr>
            <a:lvl4pPr indent="-3683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4pPr>
            <a:lvl5pPr indent="-3683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5pPr>
            <a:lvl6pPr indent="-3683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6pPr>
            <a:lvl7pPr indent="-3683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7pPr>
            <a:lvl8pPr indent="-3683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/>
        </p:nvSpPr>
        <p:spPr>
          <a:xfrm>
            <a:off x="3593400" y="7051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Tinos"/>
                <a:ea typeface="Tinos"/>
                <a:cs typeface="Tinos"/>
                <a:sym typeface="Tinos"/>
              </a:rPr>
              <a:t>“</a:t>
            </a:r>
            <a:endParaRPr sz="6000">
              <a:solidFill>
                <a:srgbClr val="FFFFFF"/>
              </a:solidFill>
              <a:latin typeface="Tinos"/>
              <a:ea typeface="Tinos"/>
              <a:cs typeface="Tinos"/>
              <a:sym typeface="Tinos"/>
            </a:endParaRPr>
          </a:p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4414050" y="4046550"/>
            <a:ext cx="315900" cy="98400"/>
            <a:chOff x="4414050" y="1436450"/>
            <a:chExt cx="315900" cy="98400"/>
          </a:xfrm>
        </p:grpSpPr>
        <p:cxnSp>
          <p:nvCxnSpPr>
            <p:cNvPr id="26" name="Google Shape;26;p4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7" name="Google Shape;27;p4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bg>
      <p:bgPr>
        <a:solidFill>
          <a:srgbClr val="9E7C59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902900" y="1598734"/>
            <a:ext cx="73383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Clr>
                <a:srgbClr val="9E7C59"/>
              </a:buClr>
              <a:buSzPts val="2200"/>
              <a:buChar char="⬗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4414050" y="1316883"/>
            <a:ext cx="315900" cy="98400"/>
            <a:chOff x="4414050" y="1436450"/>
            <a:chExt cx="315900" cy="98400"/>
          </a:xfrm>
        </p:grpSpPr>
        <p:cxnSp>
          <p:nvCxnSpPr>
            <p:cNvPr id="34" name="Google Shape;34;p5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5" name="Google Shape;35;p5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half slide">
  <p:cSld name="TITLE_AND_BODY_1">
    <p:bg>
      <p:bgPr>
        <a:solidFill>
          <a:srgbClr val="9E7C59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554700" y="544650"/>
            <a:ext cx="40254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902900" y="742300"/>
            <a:ext cx="32916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902900" y="1598730"/>
            <a:ext cx="32916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Clr>
                <a:srgbClr val="9E7C59"/>
              </a:buClr>
              <a:buSzPts val="2200"/>
              <a:buChar char="⬗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" name="Google Shape;41;p6"/>
          <p:cNvGrpSpPr/>
          <p:nvPr/>
        </p:nvGrpSpPr>
        <p:grpSpPr>
          <a:xfrm>
            <a:off x="2409450" y="1316883"/>
            <a:ext cx="315900" cy="98400"/>
            <a:chOff x="4414050" y="1436450"/>
            <a:chExt cx="315900" cy="98400"/>
          </a:xfrm>
        </p:grpSpPr>
        <p:cxnSp>
          <p:nvCxnSpPr>
            <p:cNvPr id="42" name="Google Shape;42;p6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3" name="Google Shape;43;p6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7"/>
          <p:cNvGrpSpPr/>
          <p:nvPr/>
        </p:nvGrpSpPr>
        <p:grpSpPr>
          <a:xfrm>
            <a:off x="4414050" y="1316883"/>
            <a:ext cx="315900" cy="98400"/>
            <a:chOff x="4414050" y="1436450"/>
            <a:chExt cx="315900" cy="98400"/>
          </a:xfrm>
        </p:grpSpPr>
        <p:cxnSp>
          <p:nvCxnSpPr>
            <p:cNvPr id="47" name="Google Shape;47;p7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8" name="Google Shape;48;p7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7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902825" y="1600600"/>
            <a:ext cx="3561900" cy="28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⬗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679246" y="1600600"/>
            <a:ext cx="3561900" cy="28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⬗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8"/>
          <p:cNvGrpSpPr/>
          <p:nvPr/>
        </p:nvGrpSpPr>
        <p:grpSpPr>
          <a:xfrm>
            <a:off x="4414050" y="1316883"/>
            <a:ext cx="315900" cy="98400"/>
            <a:chOff x="4414050" y="1436450"/>
            <a:chExt cx="315900" cy="98400"/>
          </a:xfrm>
        </p:grpSpPr>
        <p:cxnSp>
          <p:nvCxnSpPr>
            <p:cNvPr id="56" name="Google Shape;56;p8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7" name="Google Shape;57;p8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8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902900" y="1592400"/>
            <a:ext cx="23652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⬗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9pPr>
          </a:lstStyle>
          <a:p/>
        </p:txBody>
      </p:sp>
      <p:sp>
        <p:nvSpPr>
          <p:cNvPr id="60" name="Google Shape;60;p8"/>
          <p:cNvSpPr txBox="1"/>
          <p:nvPr>
            <p:ph idx="2" type="body"/>
          </p:nvPr>
        </p:nvSpPr>
        <p:spPr>
          <a:xfrm>
            <a:off x="3389475" y="1592400"/>
            <a:ext cx="23652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⬗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9pPr>
          </a:lstStyle>
          <a:p/>
        </p:txBody>
      </p:sp>
      <p:sp>
        <p:nvSpPr>
          <p:cNvPr id="61" name="Google Shape;61;p8"/>
          <p:cNvSpPr txBox="1"/>
          <p:nvPr>
            <p:ph idx="3" type="body"/>
          </p:nvPr>
        </p:nvSpPr>
        <p:spPr>
          <a:xfrm>
            <a:off x="5876050" y="1592400"/>
            <a:ext cx="23652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⬗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9"/>
          <p:cNvGrpSpPr/>
          <p:nvPr/>
        </p:nvGrpSpPr>
        <p:grpSpPr>
          <a:xfrm>
            <a:off x="4414050" y="1316883"/>
            <a:ext cx="315900" cy="98400"/>
            <a:chOff x="4414050" y="1436450"/>
            <a:chExt cx="315900" cy="98400"/>
          </a:xfrm>
        </p:grpSpPr>
        <p:cxnSp>
          <p:nvCxnSpPr>
            <p:cNvPr id="66" name="Google Shape;66;p9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67" name="Google Shape;67;p9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" name="Google Shape;68;p9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0"/>
          <p:cNvGrpSpPr/>
          <p:nvPr/>
        </p:nvGrpSpPr>
        <p:grpSpPr>
          <a:xfrm>
            <a:off x="4414050" y="3983883"/>
            <a:ext cx="315900" cy="98400"/>
            <a:chOff x="4414050" y="1436450"/>
            <a:chExt cx="315900" cy="98400"/>
          </a:xfrm>
        </p:grpSpPr>
        <p:cxnSp>
          <p:nvCxnSpPr>
            <p:cNvPr id="73" name="Google Shape;73;p10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74" name="Google Shape;74;p10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853650" y="3965517"/>
            <a:ext cx="74367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ntainer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2" name="Google Shape;82;p12"/>
          <p:cNvGrpSpPr/>
          <p:nvPr/>
        </p:nvGrpSpPr>
        <p:grpSpPr>
          <a:xfrm>
            <a:off x="4414050" y="4579950"/>
            <a:ext cx="315900" cy="98400"/>
            <a:chOff x="4414050" y="1436450"/>
            <a:chExt cx="315900" cy="98400"/>
          </a:xfrm>
        </p:grpSpPr>
        <p:cxnSp>
          <p:nvCxnSpPr>
            <p:cNvPr id="83" name="Google Shape;83;p12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4" name="Google Shape;84;p12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rame">
  <p:cSld name="BLANK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fmla="val 10576" name="adj1"/>
            </a:avLst>
          </a:prstGeom>
          <a:solidFill>
            <a:srgbClr val="1A0808">
              <a:alpha val="424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7750" y="224000"/>
            <a:ext cx="8848500" cy="4712100"/>
          </a:xfrm>
          <a:prstGeom prst="frame">
            <a:avLst>
              <a:gd fmla="val 7899" name="adj1"/>
            </a:avLst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noFill/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600"/>
              </a:spcBef>
              <a:spcAft>
                <a:spcPts val="0"/>
              </a:spcAft>
              <a:buSzPts val="1200"/>
              <a:buChar char="⬗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3" name="Google Shape;10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5143488"/>
          </a:xfrm>
          <a:custGeom>
            <a:rect b="b" l="l" r="r" t="t"/>
            <a:pathLst>
              <a:path extrusionOk="0" h="160734" w="285750">
                <a:moveTo>
                  <a:pt x="1116" y="0"/>
                </a:moveTo>
                <a:lnTo>
                  <a:pt x="0" y="1116"/>
                </a:lnTo>
                <a:lnTo>
                  <a:pt x="0" y="1563"/>
                </a:lnTo>
                <a:lnTo>
                  <a:pt x="1563" y="0"/>
                </a:lnTo>
                <a:close/>
                <a:moveTo>
                  <a:pt x="7367" y="0"/>
                </a:moveTo>
                <a:lnTo>
                  <a:pt x="0" y="7367"/>
                </a:lnTo>
                <a:lnTo>
                  <a:pt x="0" y="7813"/>
                </a:lnTo>
                <a:lnTo>
                  <a:pt x="7813" y="0"/>
                </a:lnTo>
                <a:close/>
                <a:moveTo>
                  <a:pt x="13618" y="0"/>
                </a:moveTo>
                <a:lnTo>
                  <a:pt x="0" y="13618"/>
                </a:lnTo>
                <a:lnTo>
                  <a:pt x="0" y="14064"/>
                </a:lnTo>
                <a:lnTo>
                  <a:pt x="14064" y="0"/>
                </a:lnTo>
                <a:close/>
                <a:moveTo>
                  <a:pt x="19869" y="0"/>
                </a:moveTo>
                <a:lnTo>
                  <a:pt x="0" y="19869"/>
                </a:lnTo>
                <a:lnTo>
                  <a:pt x="0" y="20315"/>
                </a:lnTo>
                <a:lnTo>
                  <a:pt x="20315" y="0"/>
                </a:lnTo>
                <a:close/>
                <a:moveTo>
                  <a:pt x="26119" y="0"/>
                </a:moveTo>
                <a:lnTo>
                  <a:pt x="0" y="26119"/>
                </a:lnTo>
                <a:lnTo>
                  <a:pt x="0" y="26566"/>
                </a:lnTo>
                <a:lnTo>
                  <a:pt x="26566" y="0"/>
                </a:lnTo>
                <a:close/>
                <a:moveTo>
                  <a:pt x="32370" y="0"/>
                </a:moveTo>
                <a:lnTo>
                  <a:pt x="0" y="32370"/>
                </a:lnTo>
                <a:lnTo>
                  <a:pt x="0" y="32817"/>
                </a:lnTo>
                <a:lnTo>
                  <a:pt x="32817" y="0"/>
                </a:lnTo>
                <a:close/>
                <a:moveTo>
                  <a:pt x="38621" y="0"/>
                </a:moveTo>
                <a:lnTo>
                  <a:pt x="0" y="38621"/>
                </a:lnTo>
                <a:lnTo>
                  <a:pt x="0" y="39067"/>
                </a:lnTo>
                <a:lnTo>
                  <a:pt x="39067" y="0"/>
                </a:lnTo>
                <a:close/>
                <a:moveTo>
                  <a:pt x="44872" y="0"/>
                </a:moveTo>
                <a:lnTo>
                  <a:pt x="0" y="44872"/>
                </a:lnTo>
                <a:lnTo>
                  <a:pt x="0" y="45318"/>
                </a:lnTo>
                <a:lnTo>
                  <a:pt x="45318" y="0"/>
                </a:lnTo>
                <a:close/>
                <a:moveTo>
                  <a:pt x="51122" y="0"/>
                </a:moveTo>
                <a:lnTo>
                  <a:pt x="0" y="51122"/>
                </a:lnTo>
                <a:lnTo>
                  <a:pt x="0" y="51569"/>
                </a:lnTo>
                <a:lnTo>
                  <a:pt x="51569" y="0"/>
                </a:lnTo>
                <a:close/>
                <a:moveTo>
                  <a:pt x="57373" y="0"/>
                </a:moveTo>
                <a:lnTo>
                  <a:pt x="0" y="57373"/>
                </a:lnTo>
                <a:lnTo>
                  <a:pt x="0" y="57820"/>
                </a:lnTo>
                <a:lnTo>
                  <a:pt x="57820" y="0"/>
                </a:lnTo>
                <a:close/>
                <a:moveTo>
                  <a:pt x="63624" y="0"/>
                </a:moveTo>
                <a:lnTo>
                  <a:pt x="0" y="63624"/>
                </a:lnTo>
                <a:lnTo>
                  <a:pt x="0" y="64070"/>
                </a:lnTo>
                <a:lnTo>
                  <a:pt x="64071" y="0"/>
                </a:lnTo>
                <a:close/>
                <a:moveTo>
                  <a:pt x="69875" y="0"/>
                </a:moveTo>
                <a:lnTo>
                  <a:pt x="0" y="69875"/>
                </a:lnTo>
                <a:lnTo>
                  <a:pt x="0" y="70321"/>
                </a:lnTo>
                <a:lnTo>
                  <a:pt x="70321" y="0"/>
                </a:lnTo>
                <a:close/>
                <a:moveTo>
                  <a:pt x="76126" y="0"/>
                </a:moveTo>
                <a:lnTo>
                  <a:pt x="0" y="76125"/>
                </a:lnTo>
                <a:lnTo>
                  <a:pt x="0" y="76572"/>
                </a:lnTo>
                <a:lnTo>
                  <a:pt x="76572" y="0"/>
                </a:lnTo>
                <a:close/>
                <a:moveTo>
                  <a:pt x="82376" y="0"/>
                </a:moveTo>
                <a:lnTo>
                  <a:pt x="0" y="82376"/>
                </a:lnTo>
                <a:lnTo>
                  <a:pt x="0" y="82823"/>
                </a:lnTo>
                <a:lnTo>
                  <a:pt x="82823" y="0"/>
                </a:lnTo>
                <a:close/>
                <a:moveTo>
                  <a:pt x="88627" y="0"/>
                </a:moveTo>
                <a:lnTo>
                  <a:pt x="0" y="88627"/>
                </a:lnTo>
                <a:lnTo>
                  <a:pt x="0" y="89073"/>
                </a:lnTo>
                <a:lnTo>
                  <a:pt x="89074" y="0"/>
                </a:lnTo>
                <a:close/>
                <a:moveTo>
                  <a:pt x="94878" y="0"/>
                </a:moveTo>
                <a:lnTo>
                  <a:pt x="0" y="94878"/>
                </a:lnTo>
                <a:lnTo>
                  <a:pt x="0" y="95324"/>
                </a:lnTo>
                <a:lnTo>
                  <a:pt x="95324" y="0"/>
                </a:lnTo>
                <a:close/>
                <a:moveTo>
                  <a:pt x="101129" y="0"/>
                </a:moveTo>
                <a:lnTo>
                  <a:pt x="0" y="101128"/>
                </a:lnTo>
                <a:lnTo>
                  <a:pt x="0" y="101575"/>
                </a:lnTo>
                <a:lnTo>
                  <a:pt x="101575" y="0"/>
                </a:lnTo>
                <a:close/>
                <a:moveTo>
                  <a:pt x="107379" y="0"/>
                </a:moveTo>
                <a:lnTo>
                  <a:pt x="0" y="107379"/>
                </a:lnTo>
                <a:lnTo>
                  <a:pt x="0" y="107826"/>
                </a:lnTo>
                <a:lnTo>
                  <a:pt x="107826" y="0"/>
                </a:lnTo>
                <a:close/>
                <a:moveTo>
                  <a:pt x="113630" y="0"/>
                </a:moveTo>
                <a:lnTo>
                  <a:pt x="0" y="113630"/>
                </a:lnTo>
                <a:lnTo>
                  <a:pt x="0" y="114076"/>
                </a:lnTo>
                <a:lnTo>
                  <a:pt x="114077" y="0"/>
                </a:lnTo>
                <a:close/>
                <a:moveTo>
                  <a:pt x="119881" y="0"/>
                </a:moveTo>
                <a:lnTo>
                  <a:pt x="0" y="119881"/>
                </a:lnTo>
                <a:lnTo>
                  <a:pt x="0" y="120327"/>
                </a:lnTo>
                <a:lnTo>
                  <a:pt x="120328" y="0"/>
                </a:lnTo>
                <a:close/>
                <a:moveTo>
                  <a:pt x="126132" y="0"/>
                </a:moveTo>
                <a:lnTo>
                  <a:pt x="0" y="126132"/>
                </a:lnTo>
                <a:lnTo>
                  <a:pt x="0" y="126578"/>
                </a:lnTo>
                <a:lnTo>
                  <a:pt x="126578" y="0"/>
                </a:lnTo>
                <a:close/>
                <a:moveTo>
                  <a:pt x="132383" y="0"/>
                </a:moveTo>
                <a:lnTo>
                  <a:pt x="0" y="132382"/>
                </a:lnTo>
                <a:lnTo>
                  <a:pt x="0" y="132829"/>
                </a:lnTo>
                <a:lnTo>
                  <a:pt x="132829" y="0"/>
                </a:lnTo>
                <a:close/>
                <a:moveTo>
                  <a:pt x="138633" y="0"/>
                </a:moveTo>
                <a:lnTo>
                  <a:pt x="0" y="138633"/>
                </a:lnTo>
                <a:lnTo>
                  <a:pt x="0" y="139080"/>
                </a:lnTo>
                <a:lnTo>
                  <a:pt x="139080" y="0"/>
                </a:lnTo>
                <a:close/>
                <a:moveTo>
                  <a:pt x="144884" y="0"/>
                </a:moveTo>
                <a:lnTo>
                  <a:pt x="0" y="144884"/>
                </a:lnTo>
                <a:lnTo>
                  <a:pt x="0" y="145330"/>
                </a:lnTo>
                <a:lnTo>
                  <a:pt x="145331" y="0"/>
                </a:lnTo>
                <a:close/>
                <a:moveTo>
                  <a:pt x="151135" y="0"/>
                </a:moveTo>
                <a:lnTo>
                  <a:pt x="0" y="151135"/>
                </a:lnTo>
                <a:lnTo>
                  <a:pt x="0" y="151581"/>
                </a:lnTo>
                <a:lnTo>
                  <a:pt x="151581" y="0"/>
                </a:lnTo>
                <a:close/>
                <a:moveTo>
                  <a:pt x="157386" y="0"/>
                </a:moveTo>
                <a:lnTo>
                  <a:pt x="0" y="157385"/>
                </a:lnTo>
                <a:lnTo>
                  <a:pt x="0" y="157832"/>
                </a:lnTo>
                <a:lnTo>
                  <a:pt x="157832" y="0"/>
                </a:lnTo>
                <a:close/>
                <a:moveTo>
                  <a:pt x="163637" y="0"/>
                </a:moveTo>
                <a:lnTo>
                  <a:pt x="2902" y="160734"/>
                </a:lnTo>
                <a:lnTo>
                  <a:pt x="3349" y="160734"/>
                </a:lnTo>
                <a:lnTo>
                  <a:pt x="164083" y="0"/>
                </a:lnTo>
                <a:close/>
                <a:moveTo>
                  <a:pt x="169887" y="0"/>
                </a:moveTo>
                <a:lnTo>
                  <a:pt x="9153" y="160734"/>
                </a:lnTo>
                <a:lnTo>
                  <a:pt x="9599" y="160734"/>
                </a:lnTo>
                <a:lnTo>
                  <a:pt x="170334" y="0"/>
                </a:lnTo>
                <a:close/>
                <a:moveTo>
                  <a:pt x="176138" y="0"/>
                </a:moveTo>
                <a:lnTo>
                  <a:pt x="15404" y="160734"/>
                </a:lnTo>
                <a:lnTo>
                  <a:pt x="15850" y="160734"/>
                </a:lnTo>
                <a:lnTo>
                  <a:pt x="176585" y="0"/>
                </a:lnTo>
                <a:close/>
                <a:moveTo>
                  <a:pt x="182389" y="0"/>
                </a:moveTo>
                <a:lnTo>
                  <a:pt x="21654" y="160734"/>
                </a:lnTo>
                <a:lnTo>
                  <a:pt x="22101" y="160734"/>
                </a:lnTo>
                <a:lnTo>
                  <a:pt x="182835" y="0"/>
                </a:lnTo>
                <a:close/>
                <a:moveTo>
                  <a:pt x="188640" y="0"/>
                </a:moveTo>
                <a:lnTo>
                  <a:pt x="27905" y="160734"/>
                </a:lnTo>
                <a:lnTo>
                  <a:pt x="28352" y="160734"/>
                </a:lnTo>
                <a:lnTo>
                  <a:pt x="189086" y="0"/>
                </a:lnTo>
                <a:close/>
                <a:moveTo>
                  <a:pt x="194890" y="0"/>
                </a:moveTo>
                <a:lnTo>
                  <a:pt x="34156" y="160734"/>
                </a:lnTo>
                <a:lnTo>
                  <a:pt x="34603" y="160734"/>
                </a:lnTo>
                <a:lnTo>
                  <a:pt x="195337" y="0"/>
                </a:lnTo>
                <a:close/>
                <a:moveTo>
                  <a:pt x="201141" y="0"/>
                </a:moveTo>
                <a:lnTo>
                  <a:pt x="40407" y="160734"/>
                </a:lnTo>
                <a:lnTo>
                  <a:pt x="40853" y="160734"/>
                </a:lnTo>
                <a:lnTo>
                  <a:pt x="201588" y="0"/>
                </a:lnTo>
                <a:close/>
                <a:moveTo>
                  <a:pt x="207392" y="0"/>
                </a:moveTo>
                <a:lnTo>
                  <a:pt x="46658" y="160734"/>
                </a:lnTo>
                <a:lnTo>
                  <a:pt x="47104" y="160734"/>
                </a:lnTo>
                <a:lnTo>
                  <a:pt x="207838" y="0"/>
                </a:lnTo>
                <a:close/>
                <a:moveTo>
                  <a:pt x="213643" y="0"/>
                </a:moveTo>
                <a:lnTo>
                  <a:pt x="52908" y="160734"/>
                </a:lnTo>
                <a:lnTo>
                  <a:pt x="53355" y="160734"/>
                </a:lnTo>
                <a:lnTo>
                  <a:pt x="214089" y="0"/>
                </a:lnTo>
                <a:close/>
                <a:moveTo>
                  <a:pt x="219894" y="0"/>
                </a:moveTo>
                <a:lnTo>
                  <a:pt x="59159" y="160734"/>
                </a:lnTo>
                <a:lnTo>
                  <a:pt x="59606" y="160734"/>
                </a:lnTo>
                <a:lnTo>
                  <a:pt x="220340" y="0"/>
                </a:lnTo>
                <a:close/>
                <a:moveTo>
                  <a:pt x="226144" y="0"/>
                </a:moveTo>
                <a:lnTo>
                  <a:pt x="65410" y="160734"/>
                </a:lnTo>
                <a:lnTo>
                  <a:pt x="65856" y="160734"/>
                </a:lnTo>
                <a:lnTo>
                  <a:pt x="226591" y="0"/>
                </a:lnTo>
                <a:close/>
                <a:moveTo>
                  <a:pt x="232395" y="0"/>
                </a:moveTo>
                <a:lnTo>
                  <a:pt x="71661" y="160734"/>
                </a:lnTo>
                <a:lnTo>
                  <a:pt x="72107" y="160734"/>
                </a:lnTo>
                <a:lnTo>
                  <a:pt x="232842" y="0"/>
                </a:lnTo>
                <a:close/>
                <a:moveTo>
                  <a:pt x="238646" y="0"/>
                </a:moveTo>
                <a:lnTo>
                  <a:pt x="77912" y="160734"/>
                </a:lnTo>
                <a:lnTo>
                  <a:pt x="78358" y="160734"/>
                </a:lnTo>
                <a:lnTo>
                  <a:pt x="239092" y="0"/>
                </a:lnTo>
                <a:close/>
                <a:moveTo>
                  <a:pt x="244897" y="0"/>
                </a:moveTo>
                <a:lnTo>
                  <a:pt x="84162" y="160734"/>
                </a:lnTo>
                <a:lnTo>
                  <a:pt x="84609" y="160734"/>
                </a:lnTo>
                <a:lnTo>
                  <a:pt x="245343" y="0"/>
                </a:lnTo>
                <a:close/>
                <a:moveTo>
                  <a:pt x="251147" y="0"/>
                </a:moveTo>
                <a:lnTo>
                  <a:pt x="90413" y="160734"/>
                </a:lnTo>
                <a:lnTo>
                  <a:pt x="90860" y="160734"/>
                </a:lnTo>
                <a:lnTo>
                  <a:pt x="251594" y="0"/>
                </a:lnTo>
                <a:close/>
                <a:moveTo>
                  <a:pt x="257398" y="0"/>
                </a:moveTo>
                <a:lnTo>
                  <a:pt x="96664" y="160734"/>
                </a:lnTo>
                <a:lnTo>
                  <a:pt x="97110" y="160734"/>
                </a:lnTo>
                <a:lnTo>
                  <a:pt x="257845" y="0"/>
                </a:lnTo>
                <a:close/>
                <a:moveTo>
                  <a:pt x="263649" y="0"/>
                </a:moveTo>
                <a:lnTo>
                  <a:pt x="102915" y="160734"/>
                </a:lnTo>
                <a:lnTo>
                  <a:pt x="103361" y="160734"/>
                </a:lnTo>
                <a:lnTo>
                  <a:pt x="264096" y="0"/>
                </a:lnTo>
                <a:close/>
                <a:moveTo>
                  <a:pt x="269900" y="0"/>
                </a:moveTo>
                <a:lnTo>
                  <a:pt x="109165" y="160734"/>
                </a:lnTo>
                <a:lnTo>
                  <a:pt x="109612" y="160734"/>
                </a:lnTo>
                <a:lnTo>
                  <a:pt x="270346" y="0"/>
                </a:lnTo>
                <a:close/>
                <a:moveTo>
                  <a:pt x="276151" y="0"/>
                </a:moveTo>
                <a:lnTo>
                  <a:pt x="115416" y="160734"/>
                </a:lnTo>
                <a:lnTo>
                  <a:pt x="115863" y="160734"/>
                </a:lnTo>
                <a:lnTo>
                  <a:pt x="276597" y="0"/>
                </a:lnTo>
                <a:close/>
                <a:moveTo>
                  <a:pt x="282401" y="0"/>
                </a:moveTo>
                <a:lnTo>
                  <a:pt x="121667" y="160734"/>
                </a:lnTo>
                <a:lnTo>
                  <a:pt x="122113" y="160734"/>
                </a:lnTo>
                <a:lnTo>
                  <a:pt x="282848" y="0"/>
                </a:lnTo>
                <a:close/>
                <a:moveTo>
                  <a:pt x="285750" y="2902"/>
                </a:moveTo>
                <a:lnTo>
                  <a:pt x="127918" y="160734"/>
                </a:lnTo>
                <a:lnTo>
                  <a:pt x="128364" y="160734"/>
                </a:lnTo>
                <a:lnTo>
                  <a:pt x="285750" y="3349"/>
                </a:lnTo>
                <a:lnTo>
                  <a:pt x="285750" y="2902"/>
                </a:lnTo>
                <a:close/>
                <a:moveTo>
                  <a:pt x="285750" y="9153"/>
                </a:moveTo>
                <a:lnTo>
                  <a:pt x="134169" y="160734"/>
                </a:lnTo>
                <a:lnTo>
                  <a:pt x="134615" y="160734"/>
                </a:lnTo>
                <a:lnTo>
                  <a:pt x="285750" y="9599"/>
                </a:lnTo>
                <a:lnTo>
                  <a:pt x="285750" y="9153"/>
                </a:lnTo>
                <a:close/>
                <a:moveTo>
                  <a:pt x="285750" y="15404"/>
                </a:moveTo>
                <a:lnTo>
                  <a:pt x="140419" y="160734"/>
                </a:lnTo>
                <a:lnTo>
                  <a:pt x="140866" y="160734"/>
                </a:lnTo>
                <a:lnTo>
                  <a:pt x="285750" y="15850"/>
                </a:lnTo>
                <a:lnTo>
                  <a:pt x="285750" y="15404"/>
                </a:lnTo>
                <a:close/>
                <a:moveTo>
                  <a:pt x="285750" y="21654"/>
                </a:moveTo>
                <a:lnTo>
                  <a:pt x="146670" y="160734"/>
                </a:lnTo>
                <a:lnTo>
                  <a:pt x="147117" y="160734"/>
                </a:lnTo>
                <a:lnTo>
                  <a:pt x="285750" y="22101"/>
                </a:lnTo>
                <a:lnTo>
                  <a:pt x="285750" y="21654"/>
                </a:lnTo>
                <a:close/>
                <a:moveTo>
                  <a:pt x="285750" y="27905"/>
                </a:moveTo>
                <a:lnTo>
                  <a:pt x="152921" y="160734"/>
                </a:lnTo>
                <a:lnTo>
                  <a:pt x="153367" y="160734"/>
                </a:lnTo>
                <a:lnTo>
                  <a:pt x="285750" y="28352"/>
                </a:lnTo>
                <a:lnTo>
                  <a:pt x="285750" y="27905"/>
                </a:lnTo>
                <a:close/>
                <a:moveTo>
                  <a:pt x="285750" y="34156"/>
                </a:moveTo>
                <a:lnTo>
                  <a:pt x="159172" y="160734"/>
                </a:lnTo>
                <a:lnTo>
                  <a:pt x="159618" y="160734"/>
                </a:lnTo>
                <a:lnTo>
                  <a:pt x="285750" y="34602"/>
                </a:lnTo>
                <a:lnTo>
                  <a:pt x="285750" y="34156"/>
                </a:lnTo>
                <a:close/>
                <a:moveTo>
                  <a:pt x="285750" y="40407"/>
                </a:moveTo>
                <a:lnTo>
                  <a:pt x="165422" y="160734"/>
                </a:lnTo>
                <a:lnTo>
                  <a:pt x="165869" y="160734"/>
                </a:lnTo>
                <a:lnTo>
                  <a:pt x="285750" y="40853"/>
                </a:lnTo>
                <a:lnTo>
                  <a:pt x="285750" y="40407"/>
                </a:lnTo>
                <a:close/>
                <a:moveTo>
                  <a:pt x="285750" y="46658"/>
                </a:moveTo>
                <a:lnTo>
                  <a:pt x="171673" y="160734"/>
                </a:lnTo>
                <a:lnTo>
                  <a:pt x="172120" y="160734"/>
                </a:lnTo>
                <a:lnTo>
                  <a:pt x="285750" y="47104"/>
                </a:lnTo>
                <a:lnTo>
                  <a:pt x="285750" y="46658"/>
                </a:lnTo>
                <a:close/>
                <a:moveTo>
                  <a:pt x="285750" y="52908"/>
                </a:moveTo>
                <a:lnTo>
                  <a:pt x="177924" y="160734"/>
                </a:lnTo>
                <a:lnTo>
                  <a:pt x="178371" y="160734"/>
                </a:lnTo>
                <a:lnTo>
                  <a:pt x="285750" y="53355"/>
                </a:lnTo>
                <a:lnTo>
                  <a:pt x="285750" y="52908"/>
                </a:lnTo>
                <a:close/>
                <a:moveTo>
                  <a:pt x="285750" y="59159"/>
                </a:moveTo>
                <a:lnTo>
                  <a:pt x="184175" y="160734"/>
                </a:lnTo>
                <a:lnTo>
                  <a:pt x="184621" y="160734"/>
                </a:lnTo>
                <a:lnTo>
                  <a:pt x="285750" y="59606"/>
                </a:lnTo>
                <a:lnTo>
                  <a:pt x="285750" y="59159"/>
                </a:lnTo>
                <a:close/>
                <a:moveTo>
                  <a:pt x="285750" y="65410"/>
                </a:moveTo>
                <a:lnTo>
                  <a:pt x="190426" y="160734"/>
                </a:lnTo>
                <a:lnTo>
                  <a:pt x="190872" y="160734"/>
                </a:lnTo>
                <a:lnTo>
                  <a:pt x="285750" y="65856"/>
                </a:lnTo>
                <a:lnTo>
                  <a:pt x="285750" y="65410"/>
                </a:lnTo>
                <a:close/>
                <a:moveTo>
                  <a:pt x="285750" y="71661"/>
                </a:moveTo>
                <a:lnTo>
                  <a:pt x="196676" y="160734"/>
                </a:lnTo>
                <a:lnTo>
                  <a:pt x="197123" y="160734"/>
                </a:lnTo>
                <a:lnTo>
                  <a:pt x="285750" y="72107"/>
                </a:lnTo>
                <a:lnTo>
                  <a:pt x="285750" y="71661"/>
                </a:lnTo>
                <a:close/>
                <a:moveTo>
                  <a:pt x="285750" y="77911"/>
                </a:moveTo>
                <a:lnTo>
                  <a:pt x="202927" y="160734"/>
                </a:lnTo>
                <a:lnTo>
                  <a:pt x="203374" y="160734"/>
                </a:lnTo>
                <a:lnTo>
                  <a:pt x="285750" y="78358"/>
                </a:lnTo>
                <a:lnTo>
                  <a:pt x="285750" y="77911"/>
                </a:lnTo>
                <a:close/>
                <a:moveTo>
                  <a:pt x="285750" y="84162"/>
                </a:moveTo>
                <a:lnTo>
                  <a:pt x="209178" y="160734"/>
                </a:lnTo>
                <a:lnTo>
                  <a:pt x="209624" y="160734"/>
                </a:lnTo>
                <a:lnTo>
                  <a:pt x="285750" y="84609"/>
                </a:lnTo>
                <a:lnTo>
                  <a:pt x="285750" y="84162"/>
                </a:lnTo>
                <a:close/>
                <a:moveTo>
                  <a:pt x="285750" y="90413"/>
                </a:moveTo>
                <a:lnTo>
                  <a:pt x="215429" y="160734"/>
                </a:lnTo>
                <a:lnTo>
                  <a:pt x="215875" y="160734"/>
                </a:lnTo>
                <a:lnTo>
                  <a:pt x="285750" y="90859"/>
                </a:lnTo>
                <a:lnTo>
                  <a:pt x="285750" y="90413"/>
                </a:lnTo>
                <a:close/>
                <a:moveTo>
                  <a:pt x="285750" y="96664"/>
                </a:moveTo>
                <a:lnTo>
                  <a:pt x="221680" y="160734"/>
                </a:lnTo>
                <a:lnTo>
                  <a:pt x="222126" y="160734"/>
                </a:lnTo>
                <a:lnTo>
                  <a:pt x="285750" y="97110"/>
                </a:lnTo>
                <a:lnTo>
                  <a:pt x="285750" y="96664"/>
                </a:lnTo>
                <a:close/>
                <a:moveTo>
                  <a:pt x="285750" y="102914"/>
                </a:moveTo>
                <a:lnTo>
                  <a:pt x="227930" y="160734"/>
                </a:lnTo>
                <a:lnTo>
                  <a:pt x="228377" y="160734"/>
                </a:lnTo>
                <a:lnTo>
                  <a:pt x="285750" y="103361"/>
                </a:lnTo>
                <a:lnTo>
                  <a:pt x="285750" y="102914"/>
                </a:lnTo>
                <a:close/>
                <a:moveTo>
                  <a:pt x="285750" y="109165"/>
                </a:moveTo>
                <a:lnTo>
                  <a:pt x="234181" y="160734"/>
                </a:lnTo>
                <a:lnTo>
                  <a:pt x="234628" y="160734"/>
                </a:lnTo>
                <a:lnTo>
                  <a:pt x="285750" y="109612"/>
                </a:lnTo>
                <a:lnTo>
                  <a:pt x="285750" y="109165"/>
                </a:lnTo>
                <a:close/>
                <a:moveTo>
                  <a:pt x="285750" y="115416"/>
                </a:moveTo>
                <a:lnTo>
                  <a:pt x="240432" y="160734"/>
                </a:lnTo>
                <a:lnTo>
                  <a:pt x="240878" y="160734"/>
                </a:lnTo>
                <a:lnTo>
                  <a:pt x="285750" y="115862"/>
                </a:lnTo>
                <a:lnTo>
                  <a:pt x="285750" y="115416"/>
                </a:lnTo>
                <a:close/>
                <a:moveTo>
                  <a:pt x="285750" y="121667"/>
                </a:moveTo>
                <a:lnTo>
                  <a:pt x="246683" y="160734"/>
                </a:lnTo>
                <a:lnTo>
                  <a:pt x="247129" y="160734"/>
                </a:lnTo>
                <a:lnTo>
                  <a:pt x="285750" y="122113"/>
                </a:lnTo>
                <a:lnTo>
                  <a:pt x="285750" y="121667"/>
                </a:lnTo>
                <a:close/>
                <a:moveTo>
                  <a:pt x="285750" y="127917"/>
                </a:moveTo>
                <a:lnTo>
                  <a:pt x="252933" y="160734"/>
                </a:lnTo>
                <a:lnTo>
                  <a:pt x="253380" y="160734"/>
                </a:lnTo>
                <a:lnTo>
                  <a:pt x="285750" y="128364"/>
                </a:lnTo>
                <a:lnTo>
                  <a:pt x="285750" y="127917"/>
                </a:lnTo>
                <a:close/>
                <a:moveTo>
                  <a:pt x="285750" y="134168"/>
                </a:moveTo>
                <a:lnTo>
                  <a:pt x="259184" y="160734"/>
                </a:lnTo>
                <a:lnTo>
                  <a:pt x="259631" y="160734"/>
                </a:lnTo>
                <a:lnTo>
                  <a:pt x="285750" y="134615"/>
                </a:lnTo>
                <a:lnTo>
                  <a:pt x="285750" y="134168"/>
                </a:lnTo>
                <a:close/>
                <a:moveTo>
                  <a:pt x="285750" y="140419"/>
                </a:moveTo>
                <a:lnTo>
                  <a:pt x="265435" y="160734"/>
                </a:lnTo>
                <a:lnTo>
                  <a:pt x="265881" y="160734"/>
                </a:lnTo>
                <a:lnTo>
                  <a:pt x="285750" y="140865"/>
                </a:lnTo>
                <a:lnTo>
                  <a:pt x="285750" y="140419"/>
                </a:lnTo>
                <a:close/>
                <a:moveTo>
                  <a:pt x="285750" y="146670"/>
                </a:moveTo>
                <a:lnTo>
                  <a:pt x="271686" y="160734"/>
                </a:lnTo>
                <a:lnTo>
                  <a:pt x="272132" y="160734"/>
                </a:lnTo>
                <a:lnTo>
                  <a:pt x="285750" y="147116"/>
                </a:lnTo>
                <a:lnTo>
                  <a:pt x="285750" y="146670"/>
                </a:lnTo>
                <a:close/>
                <a:moveTo>
                  <a:pt x="285750" y="152921"/>
                </a:moveTo>
                <a:lnTo>
                  <a:pt x="277937" y="160734"/>
                </a:lnTo>
                <a:lnTo>
                  <a:pt x="278383" y="160734"/>
                </a:lnTo>
                <a:lnTo>
                  <a:pt x="285750" y="153367"/>
                </a:lnTo>
                <a:lnTo>
                  <a:pt x="285750" y="152921"/>
                </a:lnTo>
                <a:close/>
                <a:moveTo>
                  <a:pt x="285750" y="159171"/>
                </a:moveTo>
                <a:lnTo>
                  <a:pt x="284187" y="160734"/>
                </a:lnTo>
                <a:lnTo>
                  <a:pt x="284634" y="160734"/>
                </a:lnTo>
                <a:lnTo>
                  <a:pt x="285750" y="159618"/>
                </a:lnTo>
                <a:lnTo>
                  <a:pt x="285750" y="15917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902900" y="1598734"/>
            <a:ext cx="73383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Tinos"/>
              <a:buChar char="⬗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ctrTitle"/>
          </p:nvPr>
        </p:nvSpPr>
        <p:spPr>
          <a:xfrm>
            <a:off x="3217625" y="1206625"/>
            <a:ext cx="2708700" cy="27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Grandma’s Cookbook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Phase 2 Presentation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Done in Phase 2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902900" y="1598734"/>
            <a:ext cx="73383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⬗"/>
            </a:pPr>
            <a:r>
              <a:rPr lang="en" sz="1800"/>
              <a:t>Completion and finalization of front end framework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⬗"/>
            </a:pPr>
            <a:r>
              <a:rPr lang="en" sz="1800"/>
              <a:t>Initial UI/UX design implementation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⬗"/>
            </a:pPr>
            <a:r>
              <a:rPr lang="en" sz="1800"/>
              <a:t>Research and initial development of back end database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⬗"/>
            </a:pPr>
            <a:r>
              <a:rPr lang="en" sz="1800"/>
              <a:t>Mapping of Erd to readable diagram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Front End Development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Design</a:t>
            </a:r>
            <a:endParaRPr/>
          </a:p>
        </p:txBody>
      </p:sp>
      <p:sp>
        <p:nvSpPr>
          <p:cNvPr id="131" name="Google Shape;131;p22"/>
          <p:cNvSpPr txBox="1"/>
          <p:nvPr>
            <p:ph idx="2" type="body"/>
          </p:nvPr>
        </p:nvSpPr>
        <p:spPr>
          <a:xfrm>
            <a:off x="615875" y="1349500"/>
            <a:ext cx="3555300" cy="31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The front end was developed using the Quasar CSS framework, which allowed for wide access to a range of design components and easy translation of the initial UI to a functional front end.</a:t>
            </a:r>
            <a:endParaRPr sz="14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Design schematics are as shown, prioritizing easy access to commonly used elements and proper hierarchy of elements: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32" name="Google Shape;132;p22" title="Public_P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750" y="1421225"/>
            <a:ext cx="3776400" cy="312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 End Design Process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902900" y="1592400"/>
            <a:ext cx="23652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/>
              <a:t>Beginning</a:t>
            </a:r>
            <a:endParaRPr u="sng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Research </a:t>
            </a:r>
            <a:r>
              <a:rPr lang="en"/>
              <a:t>similar</a:t>
            </a:r>
            <a:r>
              <a:rPr lang="en"/>
              <a:t> sites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What is popular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Framework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Endoskeleton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Logo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Cozy	</a:t>
            </a:r>
            <a:endParaRPr/>
          </a:p>
        </p:txBody>
      </p:sp>
      <p:sp>
        <p:nvSpPr>
          <p:cNvPr id="139" name="Google Shape;139;p23"/>
          <p:cNvSpPr txBox="1"/>
          <p:nvPr>
            <p:ph idx="2" type="body"/>
          </p:nvPr>
        </p:nvSpPr>
        <p:spPr>
          <a:xfrm>
            <a:off x="3389475" y="1592400"/>
            <a:ext cx="23652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/>
              <a:t>Middle</a:t>
            </a:r>
            <a:endParaRPr u="sng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Color scheme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Home vibes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Light Colors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Typography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More detail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Buttons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dropdowns</a:t>
            </a:r>
            <a:endParaRPr/>
          </a:p>
        </p:txBody>
      </p:sp>
      <p:sp>
        <p:nvSpPr>
          <p:cNvPr id="140" name="Google Shape;140;p23"/>
          <p:cNvSpPr txBox="1"/>
          <p:nvPr>
            <p:ph idx="3" type="body"/>
          </p:nvPr>
        </p:nvSpPr>
        <p:spPr>
          <a:xfrm>
            <a:off x="5876050" y="1592400"/>
            <a:ext cx="23652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/>
              <a:t>End</a:t>
            </a:r>
            <a:endParaRPr u="sng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Testing colors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Implementing styles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Making sure there is space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Blended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Making every page show up in the same style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System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505650" y="713200"/>
            <a:ext cx="4021200" cy="5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of database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739000" y="1235800"/>
            <a:ext cx="3833100" cy="32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The application will require certain traits from the database system used to serve and store app data.</a:t>
            </a:r>
            <a:endParaRPr sz="1400">
              <a:solidFill>
                <a:schemeClr val="dk1"/>
              </a:solidFill>
            </a:endParaRPr>
          </a:p>
          <a:p>
            <a:pPr indent="-317500" lvl="0" marL="28575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⬗"/>
            </a:pPr>
            <a:r>
              <a:rPr lang="en" sz="1400">
                <a:solidFill>
                  <a:schemeClr val="dk1"/>
                </a:solidFill>
              </a:rPr>
              <a:t>Requires relationship support between entities such as users and their recipes</a:t>
            </a:r>
            <a:endParaRPr sz="1400">
              <a:solidFill>
                <a:schemeClr val="dk1"/>
              </a:solidFill>
            </a:endParaRPr>
          </a:p>
          <a:p>
            <a:pPr indent="-3175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⬗"/>
            </a:pPr>
            <a:r>
              <a:rPr lang="en" sz="1400">
                <a:solidFill>
                  <a:schemeClr val="dk1"/>
                </a:solidFill>
              </a:rPr>
              <a:t>Support for storing structured data to enable filtering and searching of recipes</a:t>
            </a:r>
            <a:endParaRPr sz="1400">
              <a:solidFill>
                <a:schemeClr val="dk1"/>
              </a:solidFill>
            </a:endParaRPr>
          </a:p>
          <a:p>
            <a:pPr indent="-3175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⬗"/>
            </a:pPr>
            <a:r>
              <a:rPr lang="en" sz="1400">
                <a:solidFill>
                  <a:schemeClr val="dk1"/>
                </a:solidFill>
              </a:rPr>
              <a:t>Supports cascading deletion and update for recipes and its ingredients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2" name="Google Shape;152;p25"/>
          <p:cNvSpPr txBox="1"/>
          <p:nvPr>
            <p:ph idx="2" type="body"/>
          </p:nvPr>
        </p:nvSpPr>
        <p:spPr>
          <a:xfrm>
            <a:off x="4623900" y="1299056"/>
            <a:ext cx="4021200" cy="32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Given the requirements, a relational database management system (RDBMS) is chosen for the following:</a:t>
            </a:r>
            <a:endParaRPr sz="1400"/>
          </a:p>
          <a:p>
            <a:pPr indent="-3175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⬗"/>
            </a:pPr>
            <a:r>
              <a:rPr lang="en" sz="1400">
                <a:solidFill>
                  <a:schemeClr val="dk1"/>
                </a:solidFill>
              </a:rPr>
              <a:t>Support for complex queries</a:t>
            </a:r>
            <a:endParaRPr sz="1400">
              <a:solidFill>
                <a:schemeClr val="dk1"/>
              </a:solidFill>
            </a:endParaRPr>
          </a:p>
          <a:p>
            <a:pPr indent="-3175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⬗"/>
            </a:pPr>
            <a:r>
              <a:rPr lang="en" sz="1400">
                <a:solidFill>
                  <a:schemeClr val="dk1"/>
                </a:solidFill>
              </a:rPr>
              <a:t>Built-in support for data field</a:t>
            </a:r>
            <a:r>
              <a:rPr lang="en" sz="1400"/>
              <a:t> constraints</a:t>
            </a:r>
            <a:endParaRPr sz="1400">
              <a:solidFill>
                <a:schemeClr val="dk1"/>
              </a:solidFill>
            </a:endParaRPr>
          </a:p>
          <a:p>
            <a:pPr indent="-3175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⬗"/>
            </a:pPr>
            <a:r>
              <a:rPr lang="en" sz="1400">
                <a:solidFill>
                  <a:schemeClr val="dk1"/>
                </a:solidFill>
              </a:rPr>
              <a:t>Cascading operations to prevent issues such as orphan shopping lists</a:t>
            </a:r>
            <a:endParaRPr sz="14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Due to additional properties including ACID </a:t>
            </a:r>
            <a:r>
              <a:rPr lang="en" sz="1400">
                <a:solidFill>
                  <a:schemeClr val="dk1"/>
                </a:solidFill>
              </a:rPr>
              <a:t>compliance</a:t>
            </a:r>
            <a:r>
              <a:rPr lang="en" sz="1400">
                <a:solidFill>
                  <a:schemeClr val="dk1"/>
                </a:solidFill>
              </a:rPr>
              <a:t>, the app will use </a:t>
            </a:r>
            <a:r>
              <a:rPr lang="en" sz="1400"/>
              <a:t>MySQL</a:t>
            </a:r>
            <a:r>
              <a:rPr lang="en" sz="1400">
                <a:solidFill>
                  <a:schemeClr val="dk1"/>
                </a:solidFill>
              </a:rPr>
              <a:t> to fulfil its data handling needs</a:t>
            </a:r>
            <a:endParaRPr sz="1400"/>
          </a:p>
        </p:txBody>
      </p:sp>
      <p:sp>
        <p:nvSpPr>
          <p:cNvPr id="153" name="Google Shape;153;p25"/>
          <p:cNvSpPr txBox="1"/>
          <p:nvPr>
            <p:ph type="title"/>
          </p:nvPr>
        </p:nvSpPr>
        <p:spPr>
          <a:xfrm>
            <a:off x="4526950" y="713200"/>
            <a:ext cx="4118400" cy="5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for SQL database</a:t>
            </a:r>
            <a:endParaRPr/>
          </a:p>
        </p:txBody>
      </p:sp>
      <p:cxnSp>
        <p:nvCxnSpPr>
          <p:cNvPr id="154" name="Google Shape;154;p25"/>
          <p:cNvCxnSpPr/>
          <p:nvPr/>
        </p:nvCxnSpPr>
        <p:spPr>
          <a:xfrm>
            <a:off x="4572000" y="615900"/>
            <a:ext cx="0" cy="39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 diagram</a:t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025" y="1467825"/>
            <a:ext cx="7907950" cy="30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Query</a:t>
            </a:r>
            <a:endParaRPr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825" y="3121575"/>
            <a:ext cx="6628198" cy="130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4361300" y="1477500"/>
            <a:ext cx="373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rPr>
              <a:t>Fetching all recipes using eggs</a:t>
            </a:r>
            <a:endParaRPr sz="2200">
              <a:solidFill>
                <a:schemeClr val="dk1"/>
              </a:solidFill>
              <a:latin typeface="Tinos"/>
              <a:ea typeface="Tinos"/>
              <a:cs typeface="Tinos"/>
              <a:sym typeface="Tinos"/>
            </a:endParaRPr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4825" y="1529894"/>
            <a:ext cx="2844325" cy="15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</a:t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101" y="1464176"/>
            <a:ext cx="4281900" cy="30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 Initial Plans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902900" y="1598734"/>
            <a:ext cx="73383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Phase three will focus on bug testing of the front end systems and development of the back end databases and infrastructure.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⬗"/>
            </a:pPr>
            <a:r>
              <a:rPr lang="en" sz="1800"/>
              <a:t>Extensive bug testing will take place until roughly midway through phase three’s timeline in preparation for full stack implementation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⬗"/>
            </a:pPr>
            <a:r>
              <a:rPr lang="en" sz="1800"/>
              <a:t>Back end server architecture will be established using MySQL. This will include </a:t>
            </a:r>
            <a:r>
              <a:rPr lang="en" sz="1800"/>
              <a:t>databases</a:t>
            </a:r>
            <a:r>
              <a:rPr lang="en" sz="1800"/>
              <a:t> for storing account details and recipe information, as well as infrastructure for user querying and account encryption via the RSA Algorithm 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elicanus template">
  <a:themeElements>
    <a:clrScheme name="Custom 347">
      <a:dk1>
        <a:srgbClr val="434343"/>
      </a:dk1>
      <a:lt1>
        <a:srgbClr val="FFFFFF"/>
      </a:lt1>
      <a:dk2>
        <a:srgbClr val="666666"/>
      </a:dk2>
      <a:lt2>
        <a:srgbClr val="EBE6E0"/>
      </a:lt2>
      <a:accent1>
        <a:srgbClr val="473D37"/>
      </a:accent1>
      <a:accent2>
        <a:srgbClr val="9E7C59"/>
      </a:accent2>
      <a:accent3>
        <a:srgbClr val="D8A869"/>
      </a:accent3>
      <a:accent4>
        <a:srgbClr val="627594"/>
      </a:accent4>
      <a:accent5>
        <a:srgbClr val="8AA4CE"/>
      </a:accent5>
      <a:accent6>
        <a:srgbClr val="AEBACF"/>
      </a:accent6>
      <a:hlink>
        <a:srgbClr val="43434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