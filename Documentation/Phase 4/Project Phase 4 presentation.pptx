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Lato"/>
      <p:regular r:id="rId16"/>
      <p:bold r:id="rId17"/>
      <p:italic r:id="rId18"/>
      <p:boldItalic r:id="rId19"/>
    </p:embeddedFont>
    <p:embeddedFont>
      <p:font typeface="Vidaloka"/>
      <p:regular r:id="rId20"/>
    </p:embeddedFont>
    <p:embeddedFont>
      <p:font typeface="Tinos"/>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Vidaloka-regular.fntdata"/><Relationship Id="rId11" Type="http://schemas.openxmlformats.org/officeDocument/2006/relationships/slide" Target="slides/slide6.xml"/><Relationship Id="rId22" Type="http://schemas.openxmlformats.org/officeDocument/2006/relationships/font" Target="fonts/Tinos-bold.fntdata"/><Relationship Id="rId10" Type="http://schemas.openxmlformats.org/officeDocument/2006/relationships/slide" Target="slides/slide5.xml"/><Relationship Id="rId21" Type="http://schemas.openxmlformats.org/officeDocument/2006/relationships/font" Target="fonts/Tinos-regular.fntdata"/><Relationship Id="rId13" Type="http://schemas.openxmlformats.org/officeDocument/2006/relationships/slide" Target="slides/slide8.xml"/><Relationship Id="rId24" Type="http://schemas.openxmlformats.org/officeDocument/2006/relationships/font" Target="fonts/Tinos-boldItalic.fntdata"/><Relationship Id="rId12" Type="http://schemas.openxmlformats.org/officeDocument/2006/relationships/slide" Target="slides/slide7.xml"/><Relationship Id="rId23" Type="http://schemas.openxmlformats.org/officeDocument/2006/relationships/font" Target="fonts/Tinos-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Lato-bold.fntdata"/><Relationship Id="rId16" Type="http://schemas.openxmlformats.org/officeDocument/2006/relationships/font" Target="fonts/Lato-regular.fntdata"/><Relationship Id="rId5" Type="http://schemas.openxmlformats.org/officeDocument/2006/relationships/notesMaster" Target="notesMasters/notesMaster1.xml"/><Relationship Id="rId19" Type="http://schemas.openxmlformats.org/officeDocument/2006/relationships/font" Target="fonts/Lato-boldItalic.fntdata"/><Relationship Id="rId6" Type="http://schemas.openxmlformats.org/officeDocument/2006/relationships/slide" Target="slides/slide1.xml"/><Relationship Id="rId18" Type="http://schemas.openxmlformats.org/officeDocument/2006/relationships/font" Target="fonts/Lato-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dbc6c7d09a_6_3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dbc6c7d09a_6_3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dbc6c7d09a_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dbc6c7d09a_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dbc6c7d09a_9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dbc6c7d09a_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dbc6c7d09a_6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dbc6c7d09a_6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dbc6c7d09a_6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dbc6c7d09a_6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dbc6c7d09a_8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dbc6c7d09a_8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dbc6c7d09a_8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dbc6c7d09a_8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dbc6c7d09a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dbc6c7d09a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dbc6c7d09a_2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dbc6c7d09a_2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blipFill>
          <a:blip r:embed="rId2">
            <a:alphaModFix/>
          </a:blip>
          <a:stretch>
            <a:fillRect/>
          </a:stretch>
        </a:blipFill>
      </p:bgPr>
    </p:bg>
    <p:spTree>
      <p:nvGrpSpPr>
        <p:cNvPr id="10" name="Shape 10"/>
        <p:cNvGrpSpPr/>
        <p:nvPr/>
      </p:nvGrpSpPr>
      <p:grpSpPr>
        <a:xfrm>
          <a:off x="0" y="0"/>
          <a:ext cx="0" cy="0"/>
          <a:chOff x="0" y="0"/>
          <a:chExt cx="0" cy="0"/>
        </a:xfrm>
      </p:grpSpPr>
      <p:sp>
        <p:nvSpPr>
          <p:cNvPr id="11" name="Google Shape;11;p2"/>
          <p:cNvSpPr/>
          <p:nvPr/>
        </p:nvSpPr>
        <p:spPr>
          <a:xfrm>
            <a:off x="2918075" y="917875"/>
            <a:ext cx="3307800" cy="3307800"/>
          </a:xfrm>
          <a:prstGeom prst="rect">
            <a:avLst/>
          </a:prstGeom>
          <a:solidFill>
            <a:schemeClr val="accent2"/>
          </a:solidFill>
          <a:ln cap="flat" cmpd="sng" w="152400">
            <a:solidFill>
              <a:srgbClr val="FFFFFF"/>
            </a:solidFill>
            <a:prstDash val="solid"/>
            <a:miter lim="8000"/>
            <a:headEnd len="sm" w="sm" type="none"/>
            <a:tailEnd len="sm" w="sm" type="none"/>
          </a:ln>
          <a:effectLst>
            <a:outerShdw blurRad="214313" rotWithShape="0" algn="bl" dir="5400000" dist="9525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217625" y="1206625"/>
            <a:ext cx="2708700" cy="2730300"/>
          </a:xfrm>
          <a:prstGeom prst="rect">
            <a:avLst/>
          </a:prstGeom>
        </p:spPr>
        <p:txBody>
          <a:bodyPr anchorCtr="0" anchor="ctr" bIns="91425" lIns="91425" spcFirstLastPara="1" rIns="91425" wrap="square" tIns="91425">
            <a:noAutofit/>
          </a:bodyPr>
          <a:lstStyle>
            <a:lvl1pPr lvl="0" algn="ctr">
              <a:spcBef>
                <a:spcPts val="0"/>
              </a:spcBef>
              <a:spcAft>
                <a:spcPts val="0"/>
              </a:spcAft>
              <a:buClr>
                <a:srgbClr val="FFFFFF"/>
              </a:buClr>
              <a:buSzPts val="3000"/>
              <a:buNone/>
              <a:defRPr sz="3000">
                <a:solidFill>
                  <a:srgbClr val="FFFFFF"/>
                </a:solidFill>
              </a:defRPr>
            </a:lvl1pPr>
            <a:lvl2pPr lvl="1" algn="ctr">
              <a:spcBef>
                <a:spcPts val="0"/>
              </a:spcBef>
              <a:spcAft>
                <a:spcPts val="0"/>
              </a:spcAft>
              <a:buClr>
                <a:srgbClr val="FFFFFF"/>
              </a:buClr>
              <a:buSzPts val="3000"/>
              <a:buNone/>
              <a:defRPr sz="3000">
                <a:solidFill>
                  <a:srgbClr val="FFFFFF"/>
                </a:solidFill>
              </a:defRPr>
            </a:lvl2pPr>
            <a:lvl3pPr lvl="2" algn="ctr">
              <a:spcBef>
                <a:spcPts val="0"/>
              </a:spcBef>
              <a:spcAft>
                <a:spcPts val="0"/>
              </a:spcAft>
              <a:buClr>
                <a:srgbClr val="FFFFFF"/>
              </a:buClr>
              <a:buSzPts val="3000"/>
              <a:buNone/>
              <a:defRPr sz="3000">
                <a:solidFill>
                  <a:srgbClr val="FFFFFF"/>
                </a:solidFill>
              </a:defRPr>
            </a:lvl3pPr>
            <a:lvl4pPr lvl="3" algn="ctr">
              <a:spcBef>
                <a:spcPts val="0"/>
              </a:spcBef>
              <a:spcAft>
                <a:spcPts val="0"/>
              </a:spcAft>
              <a:buClr>
                <a:srgbClr val="FFFFFF"/>
              </a:buClr>
              <a:buSzPts val="3000"/>
              <a:buNone/>
              <a:defRPr sz="3000">
                <a:solidFill>
                  <a:srgbClr val="FFFFFF"/>
                </a:solidFill>
              </a:defRPr>
            </a:lvl4pPr>
            <a:lvl5pPr lvl="4" algn="ctr">
              <a:spcBef>
                <a:spcPts val="0"/>
              </a:spcBef>
              <a:spcAft>
                <a:spcPts val="0"/>
              </a:spcAft>
              <a:buClr>
                <a:srgbClr val="FFFFFF"/>
              </a:buClr>
              <a:buSzPts val="3000"/>
              <a:buNone/>
              <a:defRPr sz="3000">
                <a:solidFill>
                  <a:srgbClr val="FFFFFF"/>
                </a:solidFill>
              </a:defRPr>
            </a:lvl5pPr>
            <a:lvl6pPr lvl="5" algn="ctr">
              <a:spcBef>
                <a:spcPts val="0"/>
              </a:spcBef>
              <a:spcAft>
                <a:spcPts val="0"/>
              </a:spcAft>
              <a:buClr>
                <a:srgbClr val="FFFFFF"/>
              </a:buClr>
              <a:buSzPts val="3000"/>
              <a:buNone/>
              <a:defRPr sz="3000">
                <a:solidFill>
                  <a:srgbClr val="FFFFFF"/>
                </a:solidFill>
              </a:defRPr>
            </a:lvl6pPr>
            <a:lvl7pPr lvl="6" algn="ctr">
              <a:spcBef>
                <a:spcPts val="0"/>
              </a:spcBef>
              <a:spcAft>
                <a:spcPts val="0"/>
              </a:spcAft>
              <a:buClr>
                <a:srgbClr val="FFFFFF"/>
              </a:buClr>
              <a:buSzPts val="3000"/>
              <a:buNone/>
              <a:defRPr sz="3000">
                <a:solidFill>
                  <a:srgbClr val="FFFFFF"/>
                </a:solidFill>
              </a:defRPr>
            </a:lvl7pPr>
            <a:lvl8pPr lvl="7" algn="ctr">
              <a:spcBef>
                <a:spcPts val="0"/>
              </a:spcBef>
              <a:spcAft>
                <a:spcPts val="0"/>
              </a:spcAft>
              <a:buClr>
                <a:srgbClr val="FFFFFF"/>
              </a:buClr>
              <a:buSzPts val="3000"/>
              <a:buNone/>
              <a:defRPr sz="3000">
                <a:solidFill>
                  <a:srgbClr val="FFFFFF"/>
                </a:solidFill>
              </a:defRPr>
            </a:lvl8pPr>
            <a:lvl9pPr lvl="8" algn="ctr">
              <a:spcBef>
                <a:spcPts val="0"/>
              </a:spcBef>
              <a:spcAft>
                <a:spcPts val="0"/>
              </a:spcAft>
              <a:buClr>
                <a:srgbClr val="FFFFFF"/>
              </a:buClr>
              <a:buSzPts val="3000"/>
              <a:buNone/>
              <a:defRPr sz="3000">
                <a:solidFill>
                  <a:srgbClr val="FFFFFF"/>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
    <p:bg>
      <p:bgPr>
        <a:blipFill>
          <a:blip r:embed="rId2">
            <a:alphaModFix/>
          </a:blip>
          <a:stretch>
            <a:fillRect/>
          </a:stretch>
        </a:blipFill>
      </p:bgPr>
    </p:bg>
    <p:spTree>
      <p:nvGrpSpPr>
        <p:cNvPr id="13" name="Shape 13"/>
        <p:cNvGrpSpPr/>
        <p:nvPr/>
      </p:nvGrpSpPr>
      <p:grpSpPr>
        <a:xfrm>
          <a:off x="0" y="0"/>
          <a:ext cx="0" cy="0"/>
          <a:chOff x="0" y="0"/>
          <a:chExt cx="0" cy="0"/>
        </a:xfrm>
      </p:grpSpPr>
      <p:sp>
        <p:nvSpPr>
          <p:cNvPr id="14" name="Google Shape;14;p3"/>
          <p:cNvSpPr/>
          <p:nvPr/>
        </p:nvSpPr>
        <p:spPr>
          <a:xfrm>
            <a:off x="2918075" y="917875"/>
            <a:ext cx="3307800" cy="3307800"/>
          </a:xfrm>
          <a:prstGeom prst="rect">
            <a:avLst/>
          </a:prstGeom>
          <a:solidFill>
            <a:schemeClr val="accent2"/>
          </a:solidFill>
          <a:ln cap="flat" cmpd="sng" w="152400">
            <a:solidFill>
              <a:srgbClr val="FFFFFF"/>
            </a:solidFill>
            <a:prstDash val="solid"/>
            <a:miter lim="8000"/>
            <a:headEnd len="sm" w="sm" type="none"/>
            <a:tailEnd len="sm" w="sm" type="none"/>
          </a:ln>
          <a:effectLst>
            <a:outerShdw blurRad="214313" rotWithShape="0" algn="bl" dir="5400000" dist="9525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3"/>
          <p:cNvSpPr txBox="1"/>
          <p:nvPr>
            <p:ph type="ctrTitle"/>
          </p:nvPr>
        </p:nvSpPr>
        <p:spPr>
          <a:xfrm>
            <a:off x="3258675" y="1643125"/>
            <a:ext cx="2626800" cy="11598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2400"/>
              <a:buNone/>
              <a:defRPr sz="2400">
                <a:solidFill>
                  <a:srgbClr val="FFFFFF"/>
                </a:solidFill>
              </a:defRPr>
            </a:lvl1pPr>
            <a:lvl2pPr lvl="1" rtl="0" algn="ctr">
              <a:spcBef>
                <a:spcPts val="0"/>
              </a:spcBef>
              <a:spcAft>
                <a:spcPts val="0"/>
              </a:spcAft>
              <a:buClr>
                <a:srgbClr val="FFFFFF"/>
              </a:buClr>
              <a:buSzPts val="2400"/>
              <a:buNone/>
              <a:defRPr sz="2400">
                <a:solidFill>
                  <a:srgbClr val="FFFFFF"/>
                </a:solidFill>
              </a:defRPr>
            </a:lvl2pPr>
            <a:lvl3pPr lvl="2" rtl="0" algn="ctr">
              <a:spcBef>
                <a:spcPts val="0"/>
              </a:spcBef>
              <a:spcAft>
                <a:spcPts val="0"/>
              </a:spcAft>
              <a:buClr>
                <a:srgbClr val="FFFFFF"/>
              </a:buClr>
              <a:buSzPts val="2400"/>
              <a:buNone/>
              <a:defRPr sz="2400">
                <a:solidFill>
                  <a:srgbClr val="FFFFFF"/>
                </a:solidFill>
              </a:defRPr>
            </a:lvl3pPr>
            <a:lvl4pPr lvl="3" rtl="0" algn="ctr">
              <a:spcBef>
                <a:spcPts val="0"/>
              </a:spcBef>
              <a:spcAft>
                <a:spcPts val="0"/>
              </a:spcAft>
              <a:buClr>
                <a:srgbClr val="FFFFFF"/>
              </a:buClr>
              <a:buSzPts val="2400"/>
              <a:buNone/>
              <a:defRPr sz="2400">
                <a:solidFill>
                  <a:srgbClr val="FFFFFF"/>
                </a:solidFill>
              </a:defRPr>
            </a:lvl4pPr>
            <a:lvl5pPr lvl="4" rtl="0" algn="ctr">
              <a:spcBef>
                <a:spcPts val="0"/>
              </a:spcBef>
              <a:spcAft>
                <a:spcPts val="0"/>
              </a:spcAft>
              <a:buClr>
                <a:srgbClr val="FFFFFF"/>
              </a:buClr>
              <a:buSzPts val="2400"/>
              <a:buNone/>
              <a:defRPr sz="2400">
                <a:solidFill>
                  <a:srgbClr val="FFFFFF"/>
                </a:solidFill>
              </a:defRPr>
            </a:lvl5pPr>
            <a:lvl6pPr lvl="5" rtl="0" algn="ctr">
              <a:spcBef>
                <a:spcPts val="0"/>
              </a:spcBef>
              <a:spcAft>
                <a:spcPts val="0"/>
              </a:spcAft>
              <a:buClr>
                <a:srgbClr val="FFFFFF"/>
              </a:buClr>
              <a:buSzPts val="2400"/>
              <a:buNone/>
              <a:defRPr sz="2400">
                <a:solidFill>
                  <a:srgbClr val="FFFFFF"/>
                </a:solidFill>
              </a:defRPr>
            </a:lvl6pPr>
            <a:lvl7pPr lvl="6" rtl="0" algn="ctr">
              <a:spcBef>
                <a:spcPts val="0"/>
              </a:spcBef>
              <a:spcAft>
                <a:spcPts val="0"/>
              </a:spcAft>
              <a:buClr>
                <a:srgbClr val="FFFFFF"/>
              </a:buClr>
              <a:buSzPts val="2400"/>
              <a:buNone/>
              <a:defRPr sz="2400">
                <a:solidFill>
                  <a:srgbClr val="FFFFFF"/>
                </a:solidFill>
              </a:defRPr>
            </a:lvl7pPr>
            <a:lvl8pPr lvl="7" rtl="0" algn="ctr">
              <a:spcBef>
                <a:spcPts val="0"/>
              </a:spcBef>
              <a:spcAft>
                <a:spcPts val="0"/>
              </a:spcAft>
              <a:buClr>
                <a:srgbClr val="FFFFFF"/>
              </a:buClr>
              <a:buSzPts val="2400"/>
              <a:buNone/>
              <a:defRPr sz="2400">
                <a:solidFill>
                  <a:srgbClr val="FFFFFF"/>
                </a:solidFill>
              </a:defRPr>
            </a:lvl8pPr>
            <a:lvl9pPr lvl="8" rtl="0" algn="ctr">
              <a:spcBef>
                <a:spcPts val="0"/>
              </a:spcBef>
              <a:spcAft>
                <a:spcPts val="0"/>
              </a:spcAft>
              <a:buClr>
                <a:srgbClr val="FFFFFF"/>
              </a:buClr>
              <a:buSzPts val="2400"/>
              <a:buNone/>
              <a:defRPr sz="2400">
                <a:solidFill>
                  <a:srgbClr val="FFFFFF"/>
                </a:solidFill>
              </a:defRPr>
            </a:lvl9pPr>
          </a:lstStyle>
          <a:p/>
        </p:txBody>
      </p:sp>
      <p:sp>
        <p:nvSpPr>
          <p:cNvPr id="16" name="Google Shape;16;p3"/>
          <p:cNvSpPr txBox="1"/>
          <p:nvPr>
            <p:ph idx="1" type="subTitle"/>
          </p:nvPr>
        </p:nvSpPr>
        <p:spPr>
          <a:xfrm>
            <a:off x="3258675" y="3068654"/>
            <a:ext cx="2626800" cy="784800"/>
          </a:xfrm>
          <a:prstGeom prst="rect">
            <a:avLst/>
          </a:prstGeom>
        </p:spPr>
        <p:txBody>
          <a:bodyPr anchorCtr="0" anchor="t" bIns="91425" lIns="91425" spcFirstLastPara="1" rIns="91425" wrap="square" tIns="91425">
            <a:noAutofit/>
          </a:bodyPr>
          <a:lstStyle>
            <a:lvl1pPr lvl="0" rtl="0" algn="ctr">
              <a:spcBef>
                <a:spcPts val="0"/>
              </a:spcBef>
              <a:spcAft>
                <a:spcPts val="0"/>
              </a:spcAft>
              <a:buClr>
                <a:srgbClr val="FFFFFF"/>
              </a:buClr>
              <a:buSzPts val="1400"/>
              <a:buNone/>
              <a:defRPr i="1" sz="1400">
                <a:solidFill>
                  <a:srgbClr val="FFFFFF"/>
                </a:solidFill>
              </a:defRPr>
            </a:lvl1pPr>
            <a:lvl2pPr lvl="1" rtl="0" algn="ctr">
              <a:spcBef>
                <a:spcPts val="0"/>
              </a:spcBef>
              <a:spcAft>
                <a:spcPts val="0"/>
              </a:spcAft>
              <a:buClr>
                <a:srgbClr val="FFFFFF"/>
              </a:buClr>
              <a:buSzPts val="1400"/>
              <a:buNone/>
              <a:defRPr i="1" sz="1400">
                <a:solidFill>
                  <a:srgbClr val="FFFFFF"/>
                </a:solidFill>
              </a:defRPr>
            </a:lvl2pPr>
            <a:lvl3pPr lvl="2" rtl="0" algn="ctr">
              <a:spcBef>
                <a:spcPts val="0"/>
              </a:spcBef>
              <a:spcAft>
                <a:spcPts val="0"/>
              </a:spcAft>
              <a:buClr>
                <a:srgbClr val="FFFFFF"/>
              </a:buClr>
              <a:buSzPts val="1400"/>
              <a:buNone/>
              <a:defRPr i="1" sz="1400">
                <a:solidFill>
                  <a:srgbClr val="FFFFFF"/>
                </a:solidFill>
              </a:defRPr>
            </a:lvl3pPr>
            <a:lvl4pPr lvl="3" rtl="0" algn="ctr">
              <a:spcBef>
                <a:spcPts val="0"/>
              </a:spcBef>
              <a:spcAft>
                <a:spcPts val="0"/>
              </a:spcAft>
              <a:buClr>
                <a:srgbClr val="FFFFFF"/>
              </a:buClr>
              <a:buSzPts val="1400"/>
              <a:buNone/>
              <a:defRPr i="1" sz="1400">
                <a:solidFill>
                  <a:srgbClr val="FFFFFF"/>
                </a:solidFill>
              </a:defRPr>
            </a:lvl4pPr>
            <a:lvl5pPr lvl="4" rtl="0" algn="ctr">
              <a:spcBef>
                <a:spcPts val="0"/>
              </a:spcBef>
              <a:spcAft>
                <a:spcPts val="0"/>
              </a:spcAft>
              <a:buClr>
                <a:srgbClr val="FFFFFF"/>
              </a:buClr>
              <a:buSzPts val="1400"/>
              <a:buNone/>
              <a:defRPr i="1" sz="1400">
                <a:solidFill>
                  <a:srgbClr val="FFFFFF"/>
                </a:solidFill>
              </a:defRPr>
            </a:lvl5pPr>
            <a:lvl6pPr lvl="5" rtl="0" algn="ctr">
              <a:spcBef>
                <a:spcPts val="0"/>
              </a:spcBef>
              <a:spcAft>
                <a:spcPts val="0"/>
              </a:spcAft>
              <a:buClr>
                <a:srgbClr val="FFFFFF"/>
              </a:buClr>
              <a:buSzPts val="1400"/>
              <a:buNone/>
              <a:defRPr i="1" sz="1400">
                <a:solidFill>
                  <a:srgbClr val="FFFFFF"/>
                </a:solidFill>
              </a:defRPr>
            </a:lvl6pPr>
            <a:lvl7pPr lvl="6" rtl="0" algn="ctr">
              <a:spcBef>
                <a:spcPts val="0"/>
              </a:spcBef>
              <a:spcAft>
                <a:spcPts val="0"/>
              </a:spcAft>
              <a:buClr>
                <a:srgbClr val="FFFFFF"/>
              </a:buClr>
              <a:buSzPts val="1400"/>
              <a:buNone/>
              <a:defRPr i="1" sz="1400">
                <a:solidFill>
                  <a:srgbClr val="FFFFFF"/>
                </a:solidFill>
              </a:defRPr>
            </a:lvl7pPr>
            <a:lvl8pPr lvl="7" rtl="0" algn="ctr">
              <a:spcBef>
                <a:spcPts val="0"/>
              </a:spcBef>
              <a:spcAft>
                <a:spcPts val="0"/>
              </a:spcAft>
              <a:buClr>
                <a:srgbClr val="FFFFFF"/>
              </a:buClr>
              <a:buSzPts val="1400"/>
              <a:buNone/>
              <a:defRPr i="1" sz="1400">
                <a:solidFill>
                  <a:srgbClr val="FFFFFF"/>
                </a:solidFill>
              </a:defRPr>
            </a:lvl8pPr>
            <a:lvl9pPr lvl="8" rtl="0" algn="ctr">
              <a:spcBef>
                <a:spcPts val="0"/>
              </a:spcBef>
              <a:spcAft>
                <a:spcPts val="0"/>
              </a:spcAft>
              <a:buClr>
                <a:srgbClr val="FFFFFF"/>
              </a:buClr>
              <a:buSzPts val="1400"/>
              <a:buNone/>
              <a:defRPr i="1" sz="1400">
                <a:solidFill>
                  <a:srgbClr val="FFFFFF"/>
                </a:solidFill>
              </a:defRPr>
            </a:lvl9pPr>
          </a:lstStyle>
          <a:p/>
        </p:txBody>
      </p:sp>
      <p:grpSp>
        <p:nvGrpSpPr>
          <p:cNvPr id="17" name="Google Shape;17;p3"/>
          <p:cNvGrpSpPr/>
          <p:nvPr/>
        </p:nvGrpSpPr>
        <p:grpSpPr>
          <a:xfrm>
            <a:off x="4414050" y="2903550"/>
            <a:ext cx="315900" cy="98400"/>
            <a:chOff x="4414050" y="1436450"/>
            <a:chExt cx="315900" cy="98400"/>
          </a:xfrm>
        </p:grpSpPr>
        <p:cxnSp>
          <p:nvCxnSpPr>
            <p:cNvPr id="18" name="Google Shape;18;p3"/>
            <p:cNvCxnSpPr/>
            <p:nvPr/>
          </p:nvCxnSpPr>
          <p:spPr>
            <a:xfrm>
              <a:off x="4414050" y="1485650"/>
              <a:ext cx="315900" cy="0"/>
            </a:xfrm>
            <a:prstGeom prst="straightConnector1">
              <a:avLst/>
            </a:prstGeom>
            <a:noFill/>
            <a:ln cap="flat" cmpd="sng" w="9525">
              <a:solidFill>
                <a:srgbClr val="FFFFFF"/>
              </a:solidFill>
              <a:prstDash val="solid"/>
              <a:round/>
              <a:headEnd len="med" w="med" type="oval"/>
              <a:tailEnd len="med" w="med" type="oval"/>
            </a:ln>
          </p:spPr>
        </p:cxnSp>
        <p:sp>
          <p:nvSpPr>
            <p:cNvPr id="19" name="Google Shape;19;p3"/>
            <p:cNvSpPr/>
            <p:nvPr/>
          </p:nvSpPr>
          <p:spPr>
            <a:xfrm>
              <a:off x="4522800" y="1436450"/>
              <a:ext cx="98400" cy="98400"/>
            </a:xfrm>
            <a:prstGeom prst="diamond">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
    <p:bg>
      <p:bgPr>
        <a:solidFill>
          <a:schemeClr val="accent1"/>
        </a:solidFill>
      </p:bgPr>
    </p:bg>
    <p:spTree>
      <p:nvGrpSpPr>
        <p:cNvPr id="20" name="Shape 20"/>
        <p:cNvGrpSpPr/>
        <p:nvPr/>
      </p:nvGrpSpPr>
      <p:grpSpPr>
        <a:xfrm>
          <a:off x="0" y="0"/>
          <a:ext cx="0" cy="0"/>
          <a:chOff x="0" y="0"/>
          <a:chExt cx="0" cy="0"/>
        </a:xfrm>
      </p:grpSpPr>
      <p:sp>
        <p:nvSpPr>
          <p:cNvPr id="21" name="Google Shape;21;p4"/>
          <p:cNvSpPr/>
          <p:nvPr/>
        </p:nvSpPr>
        <p:spPr>
          <a:xfrm>
            <a:off x="2682794" y="682601"/>
            <a:ext cx="3778500" cy="3778500"/>
          </a:xfrm>
          <a:prstGeom prst="rect">
            <a:avLst/>
          </a:prstGeom>
          <a:solidFill>
            <a:schemeClr val="accent2"/>
          </a:solidFill>
          <a:ln cap="flat" cmpd="sng" w="152400">
            <a:solidFill>
              <a:srgbClr val="FFFFFF"/>
            </a:solidFill>
            <a:prstDash val="solid"/>
            <a:miter lim="8000"/>
            <a:headEnd len="sm" w="sm" type="none"/>
            <a:tailEnd len="sm" w="sm" type="none"/>
          </a:ln>
          <a:effectLst>
            <a:outerShdw blurRad="214313" rotWithShape="0" algn="bl" dir="5400000" dist="9525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txBox="1"/>
          <p:nvPr>
            <p:ph idx="1" type="body"/>
          </p:nvPr>
        </p:nvSpPr>
        <p:spPr>
          <a:xfrm>
            <a:off x="2971400" y="1313275"/>
            <a:ext cx="3201300" cy="2528100"/>
          </a:xfrm>
          <a:prstGeom prst="rect">
            <a:avLst/>
          </a:prstGeom>
        </p:spPr>
        <p:txBody>
          <a:bodyPr anchorCtr="0" anchor="ctr" bIns="91425" lIns="91425" spcFirstLastPara="1" rIns="91425" wrap="square" tIns="91425">
            <a:noAutofit/>
          </a:bodyPr>
          <a:lstStyle>
            <a:lvl1pPr indent="-368300" lvl="0" marL="457200" rtl="0" algn="ctr">
              <a:spcBef>
                <a:spcPts val="600"/>
              </a:spcBef>
              <a:spcAft>
                <a:spcPts val="0"/>
              </a:spcAft>
              <a:buClr>
                <a:srgbClr val="FFFFFF"/>
              </a:buClr>
              <a:buSzPts val="2200"/>
              <a:buChar char="⬗"/>
              <a:defRPr i="1">
                <a:solidFill>
                  <a:srgbClr val="FFFFFF"/>
                </a:solidFill>
              </a:defRPr>
            </a:lvl1pPr>
            <a:lvl2pPr indent="-368300" lvl="1" marL="914400" rtl="0" algn="ctr">
              <a:spcBef>
                <a:spcPts val="0"/>
              </a:spcBef>
              <a:spcAft>
                <a:spcPts val="0"/>
              </a:spcAft>
              <a:buClr>
                <a:srgbClr val="FFFFFF"/>
              </a:buClr>
              <a:buSzPts val="2200"/>
              <a:buChar char="◇"/>
              <a:defRPr i="1">
                <a:solidFill>
                  <a:srgbClr val="FFFFFF"/>
                </a:solidFill>
              </a:defRPr>
            </a:lvl2pPr>
            <a:lvl3pPr indent="-368300" lvl="2" marL="1371600" rtl="0" algn="ctr">
              <a:spcBef>
                <a:spcPts val="0"/>
              </a:spcBef>
              <a:spcAft>
                <a:spcPts val="0"/>
              </a:spcAft>
              <a:buClr>
                <a:srgbClr val="FFFFFF"/>
              </a:buClr>
              <a:buSzPts val="2200"/>
              <a:buChar char="◇"/>
              <a:defRPr i="1">
                <a:solidFill>
                  <a:srgbClr val="FFFFFF"/>
                </a:solidFill>
              </a:defRPr>
            </a:lvl3pPr>
            <a:lvl4pPr indent="-368300" lvl="3" marL="1828800" rtl="0" algn="ctr">
              <a:spcBef>
                <a:spcPts val="0"/>
              </a:spcBef>
              <a:spcAft>
                <a:spcPts val="0"/>
              </a:spcAft>
              <a:buClr>
                <a:srgbClr val="FFFFFF"/>
              </a:buClr>
              <a:buSzPts val="2200"/>
              <a:buChar char="◇"/>
              <a:defRPr i="1">
                <a:solidFill>
                  <a:srgbClr val="FFFFFF"/>
                </a:solidFill>
              </a:defRPr>
            </a:lvl4pPr>
            <a:lvl5pPr indent="-368300" lvl="4" marL="2286000" rtl="0" algn="ctr">
              <a:spcBef>
                <a:spcPts val="0"/>
              </a:spcBef>
              <a:spcAft>
                <a:spcPts val="0"/>
              </a:spcAft>
              <a:buClr>
                <a:srgbClr val="FFFFFF"/>
              </a:buClr>
              <a:buSzPts val="2200"/>
              <a:buChar char="◇"/>
              <a:defRPr i="1">
                <a:solidFill>
                  <a:srgbClr val="FFFFFF"/>
                </a:solidFill>
              </a:defRPr>
            </a:lvl5pPr>
            <a:lvl6pPr indent="-368300" lvl="5" marL="2743200" rtl="0" algn="ctr">
              <a:spcBef>
                <a:spcPts val="0"/>
              </a:spcBef>
              <a:spcAft>
                <a:spcPts val="0"/>
              </a:spcAft>
              <a:buClr>
                <a:srgbClr val="FFFFFF"/>
              </a:buClr>
              <a:buSzPts val="2200"/>
              <a:buChar char="◇"/>
              <a:defRPr i="1">
                <a:solidFill>
                  <a:srgbClr val="FFFFFF"/>
                </a:solidFill>
              </a:defRPr>
            </a:lvl6pPr>
            <a:lvl7pPr indent="-368300" lvl="6" marL="3200400" rtl="0" algn="ctr">
              <a:spcBef>
                <a:spcPts val="0"/>
              </a:spcBef>
              <a:spcAft>
                <a:spcPts val="0"/>
              </a:spcAft>
              <a:buClr>
                <a:srgbClr val="FFFFFF"/>
              </a:buClr>
              <a:buSzPts val="2200"/>
              <a:buChar char="◇"/>
              <a:defRPr i="1">
                <a:solidFill>
                  <a:srgbClr val="FFFFFF"/>
                </a:solidFill>
              </a:defRPr>
            </a:lvl7pPr>
            <a:lvl8pPr indent="-368300" lvl="7" marL="3657600" rtl="0" algn="ctr">
              <a:spcBef>
                <a:spcPts val="0"/>
              </a:spcBef>
              <a:spcAft>
                <a:spcPts val="0"/>
              </a:spcAft>
              <a:buClr>
                <a:srgbClr val="FFFFFF"/>
              </a:buClr>
              <a:buSzPts val="2200"/>
              <a:buChar char="◇"/>
              <a:defRPr i="1">
                <a:solidFill>
                  <a:srgbClr val="FFFFFF"/>
                </a:solidFill>
              </a:defRPr>
            </a:lvl8pPr>
            <a:lvl9pPr indent="-368300" lvl="8" marL="4114800" algn="ctr">
              <a:spcBef>
                <a:spcPts val="0"/>
              </a:spcBef>
              <a:spcAft>
                <a:spcPts val="0"/>
              </a:spcAft>
              <a:buClr>
                <a:srgbClr val="FFFFFF"/>
              </a:buClr>
              <a:buSzPts val="2200"/>
              <a:buChar char="◇"/>
              <a:defRPr i="1">
                <a:solidFill>
                  <a:srgbClr val="FFFFFF"/>
                </a:solidFill>
              </a:defRPr>
            </a:lvl9pPr>
          </a:lstStyle>
          <a:p/>
        </p:txBody>
      </p:sp>
      <p:sp>
        <p:nvSpPr>
          <p:cNvPr id="23" name="Google Shape;23;p4"/>
          <p:cNvSpPr txBox="1"/>
          <p:nvPr/>
        </p:nvSpPr>
        <p:spPr>
          <a:xfrm>
            <a:off x="3593400" y="705169"/>
            <a:ext cx="1957200" cy="653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6000">
                <a:solidFill>
                  <a:srgbClr val="FFFFFF"/>
                </a:solidFill>
                <a:latin typeface="Tinos"/>
                <a:ea typeface="Tinos"/>
                <a:cs typeface="Tinos"/>
                <a:sym typeface="Tinos"/>
              </a:rPr>
              <a:t>“</a:t>
            </a:r>
            <a:endParaRPr sz="6000">
              <a:solidFill>
                <a:srgbClr val="FFFFFF"/>
              </a:solidFill>
              <a:latin typeface="Tinos"/>
              <a:ea typeface="Tinos"/>
              <a:cs typeface="Tinos"/>
              <a:sym typeface="Tinos"/>
            </a:endParaRPr>
          </a:p>
        </p:txBody>
      </p:sp>
      <p:sp>
        <p:nvSpPr>
          <p:cNvPr id="24" name="Google Shape;24;p4"/>
          <p:cNvSpPr txBox="1"/>
          <p:nvPr>
            <p:ph idx="12" type="sldNum"/>
          </p:nvPr>
        </p:nvSpPr>
        <p:spPr>
          <a:xfrm>
            <a:off x="50" y="4645875"/>
            <a:ext cx="9144000" cy="497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grpSp>
        <p:nvGrpSpPr>
          <p:cNvPr id="25" name="Google Shape;25;p4"/>
          <p:cNvGrpSpPr/>
          <p:nvPr/>
        </p:nvGrpSpPr>
        <p:grpSpPr>
          <a:xfrm>
            <a:off x="4414050" y="4046550"/>
            <a:ext cx="315900" cy="98400"/>
            <a:chOff x="4414050" y="1436450"/>
            <a:chExt cx="315900" cy="98400"/>
          </a:xfrm>
        </p:grpSpPr>
        <p:cxnSp>
          <p:nvCxnSpPr>
            <p:cNvPr id="26" name="Google Shape;26;p4"/>
            <p:cNvCxnSpPr/>
            <p:nvPr/>
          </p:nvCxnSpPr>
          <p:spPr>
            <a:xfrm>
              <a:off x="4414050" y="1485650"/>
              <a:ext cx="315900" cy="0"/>
            </a:xfrm>
            <a:prstGeom prst="straightConnector1">
              <a:avLst/>
            </a:prstGeom>
            <a:noFill/>
            <a:ln cap="flat" cmpd="sng" w="9525">
              <a:solidFill>
                <a:srgbClr val="FFFFFF"/>
              </a:solidFill>
              <a:prstDash val="solid"/>
              <a:round/>
              <a:headEnd len="med" w="med" type="oval"/>
              <a:tailEnd len="med" w="med" type="oval"/>
            </a:ln>
          </p:spPr>
        </p:cxnSp>
        <p:sp>
          <p:nvSpPr>
            <p:cNvPr id="27" name="Google Shape;27;p4"/>
            <p:cNvSpPr/>
            <p:nvPr/>
          </p:nvSpPr>
          <p:spPr>
            <a:xfrm>
              <a:off x="4522800" y="1436450"/>
              <a:ext cx="98400" cy="98400"/>
            </a:xfrm>
            <a:prstGeom prst="diamond">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ype="tx">
  <p:cSld name="TITLE_AND_BODY">
    <p:bg>
      <p:bgPr>
        <a:solidFill>
          <a:srgbClr val="9E7C59"/>
        </a:solidFill>
      </p:bgPr>
    </p:bg>
    <p:spTree>
      <p:nvGrpSpPr>
        <p:cNvPr id="28" name="Shape 28"/>
        <p:cNvGrpSpPr/>
        <p:nvPr/>
      </p:nvGrpSpPr>
      <p:grpSpPr>
        <a:xfrm>
          <a:off x="0" y="0"/>
          <a:ext cx="0" cy="0"/>
          <a:chOff x="0" y="0"/>
          <a:chExt cx="0" cy="0"/>
        </a:xfrm>
      </p:grpSpPr>
      <p:sp>
        <p:nvSpPr>
          <p:cNvPr id="29" name="Google Shape;29;p5"/>
          <p:cNvSpPr/>
          <p:nvPr/>
        </p:nvSpPr>
        <p:spPr>
          <a:xfrm>
            <a:off x="554700" y="544650"/>
            <a:ext cx="8034600" cy="4054200"/>
          </a:xfrm>
          <a:prstGeom prst="rect">
            <a:avLst/>
          </a:prstGeom>
          <a:solidFill>
            <a:srgbClr val="EFEFEF"/>
          </a:solidFill>
          <a:ln cap="flat" cmpd="sng" w="114300">
            <a:solidFill>
              <a:srgbClr val="FFFFFF"/>
            </a:solidFill>
            <a:prstDash val="solid"/>
            <a:miter lim="8000"/>
            <a:headEnd len="sm" w="sm" type="none"/>
            <a:tailEnd len="sm" w="sm" type="none"/>
          </a:ln>
          <a:effectLst>
            <a:outerShdw blurRad="214313" rotWithShape="0" algn="bl" dir="5400000" dist="95250">
              <a:srgbClr val="000000">
                <a:alpha val="35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5"/>
          <p:cNvSpPr txBox="1"/>
          <p:nvPr>
            <p:ph type="title"/>
          </p:nvPr>
        </p:nvSpPr>
        <p:spPr>
          <a:xfrm>
            <a:off x="902900" y="742300"/>
            <a:ext cx="7338300" cy="607200"/>
          </a:xfrm>
          <a:prstGeom prst="rect">
            <a:avLst/>
          </a:prstGeom>
        </p:spPr>
        <p:txBody>
          <a:bodyPr anchorCtr="0" anchor="b"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31" name="Google Shape;31;p5"/>
          <p:cNvSpPr txBox="1"/>
          <p:nvPr>
            <p:ph idx="1" type="body"/>
          </p:nvPr>
        </p:nvSpPr>
        <p:spPr>
          <a:xfrm>
            <a:off x="902900" y="1598734"/>
            <a:ext cx="7338300" cy="2638500"/>
          </a:xfrm>
          <a:prstGeom prst="rect">
            <a:avLst/>
          </a:prstGeom>
        </p:spPr>
        <p:txBody>
          <a:bodyPr anchorCtr="0" anchor="t" bIns="91425" lIns="91425" spcFirstLastPara="1" rIns="91425" wrap="square" tIns="91425">
            <a:noAutofit/>
          </a:bodyPr>
          <a:lstStyle>
            <a:lvl1pPr indent="-368300" lvl="0" marL="457200">
              <a:spcBef>
                <a:spcPts val="600"/>
              </a:spcBef>
              <a:spcAft>
                <a:spcPts val="0"/>
              </a:spcAft>
              <a:buClr>
                <a:srgbClr val="9E7C59"/>
              </a:buClr>
              <a:buSzPts val="2200"/>
              <a:buChar char="⬗"/>
              <a:defRPr/>
            </a:lvl1pPr>
            <a:lvl2pPr indent="-368300" lvl="1" marL="914400">
              <a:spcBef>
                <a:spcPts val="0"/>
              </a:spcBef>
              <a:spcAft>
                <a:spcPts val="0"/>
              </a:spcAft>
              <a:buSzPts val="2200"/>
              <a:buChar char="◇"/>
              <a:defRPr/>
            </a:lvl2pPr>
            <a:lvl3pPr indent="-368300" lvl="2" marL="1371600">
              <a:spcBef>
                <a:spcPts val="0"/>
              </a:spcBef>
              <a:spcAft>
                <a:spcPts val="0"/>
              </a:spcAft>
              <a:buSzPts val="2200"/>
              <a:buChar char="◇"/>
              <a:defRPr/>
            </a:lvl3pPr>
            <a:lvl4pPr indent="-368300" lvl="3" marL="1828800">
              <a:spcBef>
                <a:spcPts val="0"/>
              </a:spcBef>
              <a:spcAft>
                <a:spcPts val="0"/>
              </a:spcAft>
              <a:buSzPts val="2200"/>
              <a:buChar char="◇"/>
              <a:defRPr/>
            </a:lvl4pPr>
            <a:lvl5pPr indent="-368300" lvl="4" marL="2286000">
              <a:spcBef>
                <a:spcPts val="0"/>
              </a:spcBef>
              <a:spcAft>
                <a:spcPts val="0"/>
              </a:spcAft>
              <a:buSzPts val="2200"/>
              <a:buChar char="◇"/>
              <a:defRPr/>
            </a:lvl5pPr>
            <a:lvl6pPr indent="-368300" lvl="5" marL="2743200">
              <a:spcBef>
                <a:spcPts val="0"/>
              </a:spcBef>
              <a:spcAft>
                <a:spcPts val="0"/>
              </a:spcAft>
              <a:buSzPts val="2200"/>
              <a:buChar char="◇"/>
              <a:defRPr/>
            </a:lvl6pPr>
            <a:lvl7pPr indent="-368300" lvl="6" marL="3200400">
              <a:spcBef>
                <a:spcPts val="0"/>
              </a:spcBef>
              <a:spcAft>
                <a:spcPts val="0"/>
              </a:spcAft>
              <a:buSzPts val="2200"/>
              <a:buChar char="◇"/>
              <a:defRPr/>
            </a:lvl7pPr>
            <a:lvl8pPr indent="-368300" lvl="7" marL="3657600">
              <a:spcBef>
                <a:spcPts val="0"/>
              </a:spcBef>
              <a:spcAft>
                <a:spcPts val="0"/>
              </a:spcAft>
              <a:buSzPts val="2200"/>
              <a:buChar char="◇"/>
              <a:defRPr/>
            </a:lvl8pPr>
            <a:lvl9pPr indent="-368300" lvl="8" marL="4114800">
              <a:spcBef>
                <a:spcPts val="0"/>
              </a:spcBef>
              <a:spcAft>
                <a:spcPts val="0"/>
              </a:spcAft>
              <a:buSzPts val="2200"/>
              <a:buChar char="◇"/>
              <a:defRPr/>
            </a:lvl9pPr>
          </a:lstStyle>
          <a:p/>
        </p:txBody>
      </p:sp>
      <p:sp>
        <p:nvSpPr>
          <p:cNvPr id="32" name="Google Shape;32;p5"/>
          <p:cNvSpPr txBox="1"/>
          <p:nvPr>
            <p:ph idx="12" type="sldNum"/>
          </p:nvPr>
        </p:nvSpPr>
        <p:spPr>
          <a:xfrm>
            <a:off x="50" y="4645875"/>
            <a:ext cx="9144000" cy="497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grpSp>
        <p:nvGrpSpPr>
          <p:cNvPr id="33" name="Google Shape;33;p5"/>
          <p:cNvGrpSpPr/>
          <p:nvPr/>
        </p:nvGrpSpPr>
        <p:grpSpPr>
          <a:xfrm>
            <a:off x="4414050" y="1316883"/>
            <a:ext cx="315900" cy="98400"/>
            <a:chOff x="4414050" y="1436450"/>
            <a:chExt cx="315900" cy="98400"/>
          </a:xfrm>
        </p:grpSpPr>
        <p:cxnSp>
          <p:nvCxnSpPr>
            <p:cNvPr id="34" name="Google Shape;34;p5"/>
            <p:cNvCxnSpPr/>
            <p:nvPr/>
          </p:nvCxnSpPr>
          <p:spPr>
            <a:xfrm>
              <a:off x="4414050" y="1485650"/>
              <a:ext cx="315900" cy="0"/>
            </a:xfrm>
            <a:prstGeom prst="straightConnector1">
              <a:avLst/>
            </a:prstGeom>
            <a:noFill/>
            <a:ln cap="flat" cmpd="sng" w="9525">
              <a:solidFill>
                <a:schemeClr val="accent2"/>
              </a:solidFill>
              <a:prstDash val="solid"/>
              <a:round/>
              <a:headEnd len="med" w="med" type="oval"/>
              <a:tailEnd len="med" w="med" type="oval"/>
            </a:ln>
          </p:spPr>
        </p:cxnSp>
        <p:sp>
          <p:nvSpPr>
            <p:cNvPr id="35" name="Google Shape;35;p5"/>
            <p:cNvSpPr/>
            <p:nvPr/>
          </p:nvSpPr>
          <p:spPr>
            <a:xfrm>
              <a:off x="4522800" y="1436450"/>
              <a:ext cx="98400" cy="98400"/>
            </a:xfrm>
            <a:prstGeom prst="diamond">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half slide">
  <p:cSld name="TITLE_AND_BODY_1">
    <p:bg>
      <p:bgPr>
        <a:solidFill>
          <a:srgbClr val="9E7C59"/>
        </a:solidFill>
      </p:bgPr>
    </p:bg>
    <p:spTree>
      <p:nvGrpSpPr>
        <p:cNvPr id="36" name="Shape 36"/>
        <p:cNvGrpSpPr/>
        <p:nvPr/>
      </p:nvGrpSpPr>
      <p:grpSpPr>
        <a:xfrm>
          <a:off x="0" y="0"/>
          <a:ext cx="0" cy="0"/>
          <a:chOff x="0" y="0"/>
          <a:chExt cx="0" cy="0"/>
        </a:xfrm>
      </p:grpSpPr>
      <p:sp>
        <p:nvSpPr>
          <p:cNvPr id="37" name="Google Shape;37;p6"/>
          <p:cNvSpPr/>
          <p:nvPr/>
        </p:nvSpPr>
        <p:spPr>
          <a:xfrm>
            <a:off x="554700" y="544650"/>
            <a:ext cx="4025400" cy="4054200"/>
          </a:xfrm>
          <a:prstGeom prst="rect">
            <a:avLst/>
          </a:prstGeom>
          <a:solidFill>
            <a:srgbClr val="EFEFEF"/>
          </a:solidFill>
          <a:ln cap="flat" cmpd="sng" w="114300">
            <a:solidFill>
              <a:srgbClr val="FFFFFF"/>
            </a:solidFill>
            <a:prstDash val="solid"/>
            <a:miter lim="8000"/>
            <a:headEnd len="sm" w="sm" type="none"/>
            <a:tailEnd len="sm" w="sm" type="none"/>
          </a:ln>
          <a:effectLst>
            <a:outerShdw blurRad="214313" rotWithShape="0" algn="bl" dir="5400000" dist="95250">
              <a:srgbClr val="000000">
                <a:alpha val="35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6"/>
          <p:cNvSpPr txBox="1"/>
          <p:nvPr>
            <p:ph type="title"/>
          </p:nvPr>
        </p:nvSpPr>
        <p:spPr>
          <a:xfrm>
            <a:off x="902900" y="742300"/>
            <a:ext cx="3291600" cy="607200"/>
          </a:xfrm>
          <a:prstGeom prst="rect">
            <a:avLst/>
          </a:prstGeom>
        </p:spPr>
        <p:txBody>
          <a:bodyPr anchorCtr="0" anchor="b" bIns="91425" lIns="91425" spcFirstLastPara="1" rIns="91425" wrap="square" tIns="91425">
            <a:noAutofit/>
          </a:bodyPr>
          <a:lstStyle>
            <a:lvl1pPr lvl="0" rtl="0">
              <a:spcBef>
                <a:spcPts val="0"/>
              </a:spcBef>
              <a:spcAft>
                <a:spcPts val="0"/>
              </a:spcAft>
              <a:buSzPts val="1800"/>
              <a:buNone/>
              <a:defRPr/>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39" name="Google Shape;39;p6"/>
          <p:cNvSpPr txBox="1"/>
          <p:nvPr>
            <p:ph idx="1" type="body"/>
          </p:nvPr>
        </p:nvSpPr>
        <p:spPr>
          <a:xfrm>
            <a:off x="902900" y="1598730"/>
            <a:ext cx="3291600" cy="2638500"/>
          </a:xfrm>
          <a:prstGeom prst="rect">
            <a:avLst/>
          </a:prstGeom>
        </p:spPr>
        <p:txBody>
          <a:bodyPr anchorCtr="0" anchor="t" bIns="91425" lIns="91425" spcFirstLastPara="1" rIns="91425" wrap="square" tIns="91425">
            <a:noAutofit/>
          </a:bodyPr>
          <a:lstStyle>
            <a:lvl1pPr indent="-368300" lvl="0" marL="457200" rtl="0">
              <a:spcBef>
                <a:spcPts val="600"/>
              </a:spcBef>
              <a:spcAft>
                <a:spcPts val="0"/>
              </a:spcAft>
              <a:buClr>
                <a:srgbClr val="9E7C59"/>
              </a:buClr>
              <a:buSzPts val="2200"/>
              <a:buChar char="⬗"/>
              <a:defRPr/>
            </a:lvl1pPr>
            <a:lvl2pPr indent="-368300" lvl="1" marL="914400" rtl="0">
              <a:spcBef>
                <a:spcPts val="0"/>
              </a:spcBef>
              <a:spcAft>
                <a:spcPts val="0"/>
              </a:spcAft>
              <a:buSzPts val="2200"/>
              <a:buChar char="◇"/>
              <a:defRPr/>
            </a:lvl2pPr>
            <a:lvl3pPr indent="-368300" lvl="2" marL="1371600" rtl="0">
              <a:spcBef>
                <a:spcPts val="0"/>
              </a:spcBef>
              <a:spcAft>
                <a:spcPts val="0"/>
              </a:spcAft>
              <a:buSzPts val="2200"/>
              <a:buChar char="◇"/>
              <a:defRPr/>
            </a:lvl3pPr>
            <a:lvl4pPr indent="-368300" lvl="3" marL="1828800" rtl="0">
              <a:spcBef>
                <a:spcPts val="0"/>
              </a:spcBef>
              <a:spcAft>
                <a:spcPts val="0"/>
              </a:spcAft>
              <a:buSzPts val="2200"/>
              <a:buChar char="◇"/>
              <a:defRPr/>
            </a:lvl4pPr>
            <a:lvl5pPr indent="-368300" lvl="4" marL="2286000" rtl="0">
              <a:spcBef>
                <a:spcPts val="0"/>
              </a:spcBef>
              <a:spcAft>
                <a:spcPts val="0"/>
              </a:spcAft>
              <a:buSzPts val="2200"/>
              <a:buChar char="◇"/>
              <a:defRPr/>
            </a:lvl5pPr>
            <a:lvl6pPr indent="-368300" lvl="5" marL="2743200" rtl="0">
              <a:spcBef>
                <a:spcPts val="0"/>
              </a:spcBef>
              <a:spcAft>
                <a:spcPts val="0"/>
              </a:spcAft>
              <a:buSzPts val="2200"/>
              <a:buChar char="◇"/>
              <a:defRPr/>
            </a:lvl6pPr>
            <a:lvl7pPr indent="-368300" lvl="6" marL="3200400" rtl="0">
              <a:spcBef>
                <a:spcPts val="0"/>
              </a:spcBef>
              <a:spcAft>
                <a:spcPts val="0"/>
              </a:spcAft>
              <a:buSzPts val="2200"/>
              <a:buChar char="◇"/>
              <a:defRPr/>
            </a:lvl7pPr>
            <a:lvl8pPr indent="-368300" lvl="7" marL="3657600" rtl="0">
              <a:spcBef>
                <a:spcPts val="0"/>
              </a:spcBef>
              <a:spcAft>
                <a:spcPts val="0"/>
              </a:spcAft>
              <a:buSzPts val="2200"/>
              <a:buChar char="◇"/>
              <a:defRPr/>
            </a:lvl8pPr>
            <a:lvl9pPr indent="-368300" lvl="8" marL="4114800" rtl="0">
              <a:spcBef>
                <a:spcPts val="0"/>
              </a:spcBef>
              <a:spcAft>
                <a:spcPts val="0"/>
              </a:spcAft>
              <a:buSzPts val="2200"/>
              <a:buChar char="◇"/>
              <a:defRPr/>
            </a:lvl9pPr>
          </a:lstStyle>
          <a:p/>
        </p:txBody>
      </p:sp>
      <p:sp>
        <p:nvSpPr>
          <p:cNvPr id="40" name="Google Shape;40;p6"/>
          <p:cNvSpPr txBox="1"/>
          <p:nvPr>
            <p:ph idx="12" type="sldNum"/>
          </p:nvPr>
        </p:nvSpPr>
        <p:spPr>
          <a:xfrm>
            <a:off x="50" y="4645875"/>
            <a:ext cx="9144000" cy="497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grpSp>
        <p:nvGrpSpPr>
          <p:cNvPr id="41" name="Google Shape;41;p6"/>
          <p:cNvGrpSpPr/>
          <p:nvPr/>
        </p:nvGrpSpPr>
        <p:grpSpPr>
          <a:xfrm>
            <a:off x="2409450" y="1316883"/>
            <a:ext cx="315900" cy="98400"/>
            <a:chOff x="4414050" y="1436450"/>
            <a:chExt cx="315900" cy="98400"/>
          </a:xfrm>
        </p:grpSpPr>
        <p:cxnSp>
          <p:nvCxnSpPr>
            <p:cNvPr id="42" name="Google Shape;42;p6"/>
            <p:cNvCxnSpPr/>
            <p:nvPr/>
          </p:nvCxnSpPr>
          <p:spPr>
            <a:xfrm>
              <a:off x="4414050" y="1485650"/>
              <a:ext cx="315900" cy="0"/>
            </a:xfrm>
            <a:prstGeom prst="straightConnector1">
              <a:avLst/>
            </a:prstGeom>
            <a:noFill/>
            <a:ln cap="flat" cmpd="sng" w="9525">
              <a:solidFill>
                <a:schemeClr val="accent2"/>
              </a:solidFill>
              <a:prstDash val="solid"/>
              <a:round/>
              <a:headEnd len="med" w="med" type="oval"/>
              <a:tailEnd len="med" w="med" type="oval"/>
            </a:ln>
          </p:spPr>
        </p:cxnSp>
        <p:sp>
          <p:nvSpPr>
            <p:cNvPr id="43" name="Google Shape;43;p6"/>
            <p:cNvSpPr/>
            <p:nvPr/>
          </p:nvSpPr>
          <p:spPr>
            <a:xfrm>
              <a:off x="4522800" y="1436450"/>
              <a:ext cx="98400" cy="98400"/>
            </a:xfrm>
            <a:prstGeom prst="diamond">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s" type="twoColTx">
  <p:cSld name="TITLE_AND_TWO_COLUMNS">
    <p:spTree>
      <p:nvGrpSpPr>
        <p:cNvPr id="44" name="Shape 44"/>
        <p:cNvGrpSpPr/>
        <p:nvPr/>
      </p:nvGrpSpPr>
      <p:grpSpPr>
        <a:xfrm>
          <a:off x="0" y="0"/>
          <a:ext cx="0" cy="0"/>
          <a:chOff x="0" y="0"/>
          <a:chExt cx="0" cy="0"/>
        </a:xfrm>
      </p:grpSpPr>
      <p:sp>
        <p:nvSpPr>
          <p:cNvPr id="45" name="Google Shape;45;p7"/>
          <p:cNvSpPr/>
          <p:nvPr/>
        </p:nvSpPr>
        <p:spPr>
          <a:xfrm>
            <a:off x="554700" y="544650"/>
            <a:ext cx="8034600" cy="4054200"/>
          </a:xfrm>
          <a:prstGeom prst="rect">
            <a:avLst/>
          </a:prstGeom>
          <a:solidFill>
            <a:srgbClr val="EFEFEF"/>
          </a:solidFill>
          <a:ln cap="flat" cmpd="sng" w="114300">
            <a:solidFill>
              <a:srgbClr val="FFFFFF"/>
            </a:solidFill>
            <a:prstDash val="solid"/>
            <a:miter lim="8000"/>
            <a:headEnd len="sm" w="sm" type="none"/>
            <a:tailEnd len="sm" w="sm" type="none"/>
          </a:ln>
          <a:effectLst>
            <a:outerShdw blurRad="214313" rotWithShape="0" algn="bl" dir="5400000" dist="95250">
              <a:srgbClr val="000000">
                <a:alpha val="35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 name="Google Shape;46;p7"/>
          <p:cNvGrpSpPr/>
          <p:nvPr/>
        </p:nvGrpSpPr>
        <p:grpSpPr>
          <a:xfrm>
            <a:off x="4414050" y="1316883"/>
            <a:ext cx="315900" cy="98400"/>
            <a:chOff x="4414050" y="1436450"/>
            <a:chExt cx="315900" cy="98400"/>
          </a:xfrm>
        </p:grpSpPr>
        <p:cxnSp>
          <p:nvCxnSpPr>
            <p:cNvPr id="47" name="Google Shape;47;p7"/>
            <p:cNvCxnSpPr/>
            <p:nvPr/>
          </p:nvCxnSpPr>
          <p:spPr>
            <a:xfrm>
              <a:off x="4414050" y="1485650"/>
              <a:ext cx="315900" cy="0"/>
            </a:xfrm>
            <a:prstGeom prst="straightConnector1">
              <a:avLst/>
            </a:prstGeom>
            <a:noFill/>
            <a:ln cap="flat" cmpd="sng" w="9525">
              <a:solidFill>
                <a:schemeClr val="accent2"/>
              </a:solidFill>
              <a:prstDash val="solid"/>
              <a:round/>
              <a:headEnd len="med" w="med" type="oval"/>
              <a:tailEnd len="med" w="med" type="oval"/>
            </a:ln>
          </p:spPr>
        </p:cxnSp>
        <p:sp>
          <p:nvSpPr>
            <p:cNvPr id="48" name="Google Shape;48;p7"/>
            <p:cNvSpPr/>
            <p:nvPr/>
          </p:nvSpPr>
          <p:spPr>
            <a:xfrm>
              <a:off x="4522800" y="1436450"/>
              <a:ext cx="98400" cy="98400"/>
            </a:xfrm>
            <a:prstGeom prst="diamond">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 name="Google Shape;49;p7"/>
          <p:cNvSpPr txBox="1"/>
          <p:nvPr>
            <p:ph type="title"/>
          </p:nvPr>
        </p:nvSpPr>
        <p:spPr>
          <a:xfrm>
            <a:off x="902900" y="742300"/>
            <a:ext cx="7338300" cy="607200"/>
          </a:xfrm>
          <a:prstGeom prst="rect">
            <a:avLst/>
          </a:prstGeom>
        </p:spPr>
        <p:txBody>
          <a:bodyPr anchorCtr="0" anchor="b"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50" name="Google Shape;50;p7"/>
          <p:cNvSpPr txBox="1"/>
          <p:nvPr>
            <p:ph idx="1" type="body"/>
          </p:nvPr>
        </p:nvSpPr>
        <p:spPr>
          <a:xfrm>
            <a:off x="902825" y="1600600"/>
            <a:ext cx="3561900" cy="2891700"/>
          </a:xfrm>
          <a:prstGeom prst="rect">
            <a:avLst/>
          </a:prstGeom>
        </p:spPr>
        <p:txBody>
          <a:bodyPr anchorCtr="0" anchor="t" bIns="91425" lIns="91425" spcFirstLastPara="1" rIns="91425" wrap="square" tIns="91425">
            <a:noAutofit/>
          </a:bodyPr>
          <a:lstStyle>
            <a:lvl1pPr indent="-342900" lvl="0" marL="457200">
              <a:spcBef>
                <a:spcPts val="600"/>
              </a:spcBef>
              <a:spcAft>
                <a:spcPts val="0"/>
              </a:spcAft>
              <a:buSzPts val="1800"/>
              <a:buChar char="⬗"/>
              <a:defRPr sz="1800"/>
            </a:lvl1pPr>
            <a:lvl2pPr indent="-342900" lvl="1" marL="914400">
              <a:spcBef>
                <a:spcPts val="0"/>
              </a:spcBef>
              <a:spcAft>
                <a:spcPts val="0"/>
              </a:spcAft>
              <a:buSzPts val="1800"/>
              <a:buChar char="◇"/>
              <a:defRPr sz="1800"/>
            </a:lvl2pPr>
            <a:lvl3pPr indent="-342900" lvl="2" marL="1371600">
              <a:spcBef>
                <a:spcPts val="0"/>
              </a:spcBef>
              <a:spcAft>
                <a:spcPts val="0"/>
              </a:spcAft>
              <a:buSzPts val="1800"/>
              <a:buChar char="◇"/>
              <a:defRPr sz="1800"/>
            </a:lvl3pPr>
            <a:lvl4pPr indent="-342900" lvl="3" marL="1828800">
              <a:spcBef>
                <a:spcPts val="0"/>
              </a:spcBef>
              <a:spcAft>
                <a:spcPts val="0"/>
              </a:spcAft>
              <a:buSzPts val="1800"/>
              <a:buChar char="◇"/>
              <a:defRPr sz="1800"/>
            </a:lvl4pPr>
            <a:lvl5pPr indent="-342900" lvl="4" marL="2286000">
              <a:spcBef>
                <a:spcPts val="0"/>
              </a:spcBef>
              <a:spcAft>
                <a:spcPts val="0"/>
              </a:spcAft>
              <a:buSzPts val="1800"/>
              <a:buChar char="◇"/>
              <a:defRPr sz="1800"/>
            </a:lvl5pPr>
            <a:lvl6pPr indent="-342900" lvl="5" marL="2743200">
              <a:spcBef>
                <a:spcPts val="0"/>
              </a:spcBef>
              <a:spcAft>
                <a:spcPts val="0"/>
              </a:spcAft>
              <a:buSzPts val="1800"/>
              <a:buChar char="◇"/>
              <a:defRPr sz="1800"/>
            </a:lvl6pPr>
            <a:lvl7pPr indent="-342900" lvl="6" marL="3200400">
              <a:spcBef>
                <a:spcPts val="0"/>
              </a:spcBef>
              <a:spcAft>
                <a:spcPts val="0"/>
              </a:spcAft>
              <a:buSzPts val="1800"/>
              <a:buChar char="◇"/>
              <a:defRPr sz="1800"/>
            </a:lvl7pPr>
            <a:lvl8pPr indent="-342900" lvl="7" marL="3657600">
              <a:spcBef>
                <a:spcPts val="0"/>
              </a:spcBef>
              <a:spcAft>
                <a:spcPts val="0"/>
              </a:spcAft>
              <a:buSzPts val="1800"/>
              <a:buChar char="◇"/>
              <a:defRPr sz="1800"/>
            </a:lvl8pPr>
            <a:lvl9pPr indent="-342900" lvl="8" marL="4114800">
              <a:spcBef>
                <a:spcPts val="0"/>
              </a:spcBef>
              <a:spcAft>
                <a:spcPts val="0"/>
              </a:spcAft>
              <a:buSzPts val="1800"/>
              <a:buChar char="◇"/>
              <a:defRPr sz="1800"/>
            </a:lvl9pPr>
          </a:lstStyle>
          <a:p/>
        </p:txBody>
      </p:sp>
      <p:sp>
        <p:nvSpPr>
          <p:cNvPr id="51" name="Google Shape;51;p7"/>
          <p:cNvSpPr txBox="1"/>
          <p:nvPr>
            <p:ph idx="2" type="body"/>
          </p:nvPr>
        </p:nvSpPr>
        <p:spPr>
          <a:xfrm>
            <a:off x="4679246" y="1600600"/>
            <a:ext cx="3561900" cy="2891700"/>
          </a:xfrm>
          <a:prstGeom prst="rect">
            <a:avLst/>
          </a:prstGeom>
        </p:spPr>
        <p:txBody>
          <a:bodyPr anchorCtr="0" anchor="t" bIns="91425" lIns="91425" spcFirstLastPara="1" rIns="91425" wrap="square" tIns="91425">
            <a:noAutofit/>
          </a:bodyPr>
          <a:lstStyle>
            <a:lvl1pPr indent="-342900" lvl="0" marL="457200">
              <a:spcBef>
                <a:spcPts val="600"/>
              </a:spcBef>
              <a:spcAft>
                <a:spcPts val="0"/>
              </a:spcAft>
              <a:buSzPts val="1800"/>
              <a:buChar char="⬗"/>
              <a:defRPr sz="1800"/>
            </a:lvl1pPr>
            <a:lvl2pPr indent="-342900" lvl="1" marL="914400">
              <a:spcBef>
                <a:spcPts val="0"/>
              </a:spcBef>
              <a:spcAft>
                <a:spcPts val="0"/>
              </a:spcAft>
              <a:buSzPts val="1800"/>
              <a:buChar char="◇"/>
              <a:defRPr sz="1800"/>
            </a:lvl2pPr>
            <a:lvl3pPr indent="-342900" lvl="2" marL="1371600">
              <a:spcBef>
                <a:spcPts val="0"/>
              </a:spcBef>
              <a:spcAft>
                <a:spcPts val="0"/>
              </a:spcAft>
              <a:buSzPts val="1800"/>
              <a:buChar char="◇"/>
              <a:defRPr sz="1800"/>
            </a:lvl3pPr>
            <a:lvl4pPr indent="-342900" lvl="3" marL="1828800">
              <a:spcBef>
                <a:spcPts val="0"/>
              </a:spcBef>
              <a:spcAft>
                <a:spcPts val="0"/>
              </a:spcAft>
              <a:buSzPts val="1800"/>
              <a:buChar char="◇"/>
              <a:defRPr sz="1800"/>
            </a:lvl4pPr>
            <a:lvl5pPr indent="-342900" lvl="4" marL="2286000">
              <a:spcBef>
                <a:spcPts val="0"/>
              </a:spcBef>
              <a:spcAft>
                <a:spcPts val="0"/>
              </a:spcAft>
              <a:buSzPts val="1800"/>
              <a:buChar char="◇"/>
              <a:defRPr sz="1800"/>
            </a:lvl5pPr>
            <a:lvl6pPr indent="-342900" lvl="5" marL="2743200">
              <a:spcBef>
                <a:spcPts val="0"/>
              </a:spcBef>
              <a:spcAft>
                <a:spcPts val="0"/>
              </a:spcAft>
              <a:buSzPts val="1800"/>
              <a:buChar char="◇"/>
              <a:defRPr sz="1800"/>
            </a:lvl6pPr>
            <a:lvl7pPr indent="-342900" lvl="6" marL="3200400">
              <a:spcBef>
                <a:spcPts val="0"/>
              </a:spcBef>
              <a:spcAft>
                <a:spcPts val="0"/>
              </a:spcAft>
              <a:buSzPts val="1800"/>
              <a:buChar char="◇"/>
              <a:defRPr sz="1800"/>
            </a:lvl7pPr>
            <a:lvl8pPr indent="-342900" lvl="7" marL="3657600">
              <a:spcBef>
                <a:spcPts val="0"/>
              </a:spcBef>
              <a:spcAft>
                <a:spcPts val="0"/>
              </a:spcAft>
              <a:buSzPts val="1800"/>
              <a:buChar char="◇"/>
              <a:defRPr sz="1800"/>
            </a:lvl8pPr>
            <a:lvl9pPr indent="-342900" lvl="8" marL="4114800">
              <a:spcBef>
                <a:spcPts val="0"/>
              </a:spcBef>
              <a:spcAft>
                <a:spcPts val="0"/>
              </a:spcAft>
              <a:buSzPts val="1800"/>
              <a:buChar char="◇"/>
              <a:defRPr sz="1800"/>
            </a:lvl9pPr>
          </a:lstStyle>
          <a:p/>
        </p:txBody>
      </p:sp>
      <p:sp>
        <p:nvSpPr>
          <p:cNvPr id="52" name="Google Shape;52;p7"/>
          <p:cNvSpPr txBox="1"/>
          <p:nvPr>
            <p:ph idx="12" type="sldNum"/>
          </p:nvPr>
        </p:nvSpPr>
        <p:spPr>
          <a:xfrm>
            <a:off x="50" y="4645875"/>
            <a:ext cx="9144000" cy="497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_AND_TWO_COLUMNS_1">
    <p:spTree>
      <p:nvGrpSpPr>
        <p:cNvPr id="53" name="Shape 53"/>
        <p:cNvGrpSpPr/>
        <p:nvPr/>
      </p:nvGrpSpPr>
      <p:grpSpPr>
        <a:xfrm>
          <a:off x="0" y="0"/>
          <a:ext cx="0" cy="0"/>
          <a:chOff x="0" y="0"/>
          <a:chExt cx="0" cy="0"/>
        </a:xfrm>
      </p:grpSpPr>
      <p:sp>
        <p:nvSpPr>
          <p:cNvPr id="54" name="Google Shape;54;p8"/>
          <p:cNvSpPr/>
          <p:nvPr/>
        </p:nvSpPr>
        <p:spPr>
          <a:xfrm>
            <a:off x="554700" y="544650"/>
            <a:ext cx="8034600" cy="4054200"/>
          </a:xfrm>
          <a:prstGeom prst="rect">
            <a:avLst/>
          </a:prstGeom>
          <a:solidFill>
            <a:srgbClr val="EFEFEF"/>
          </a:solidFill>
          <a:ln cap="flat" cmpd="sng" w="114300">
            <a:solidFill>
              <a:srgbClr val="FFFFFF"/>
            </a:solidFill>
            <a:prstDash val="solid"/>
            <a:miter lim="8000"/>
            <a:headEnd len="sm" w="sm" type="none"/>
            <a:tailEnd len="sm" w="sm" type="none"/>
          </a:ln>
          <a:effectLst>
            <a:outerShdw blurRad="214313" rotWithShape="0" algn="bl" dir="5400000" dist="95250">
              <a:srgbClr val="000000">
                <a:alpha val="35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5" name="Google Shape;55;p8"/>
          <p:cNvGrpSpPr/>
          <p:nvPr/>
        </p:nvGrpSpPr>
        <p:grpSpPr>
          <a:xfrm>
            <a:off x="4414050" y="1316883"/>
            <a:ext cx="315900" cy="98400"/>
            <a:chOff x="4414050" y="1436450"/>
            <a:chExt cx="315900" cy="98400"/>
          </a:xfrm>
        </p:grpSpPr>
        <p:cxnSp>
          <p:nvCxnSpPr>
            <p:cNvPr id="56" name="Google Shape;56;p8"/>
            <p:cNvCxnSpPr/>
            <p:nvPr/>
          </p:nvCxnSpPr>
          <p:spPr>
            <a:xfrm>
              <a:off x="4414050" y="1485650"/>
              <a:ext cx="315900" cy="0"/>
            </a:xfrm>
            <a:prstGeom prst="straightConnector1">
              <a:avLst/>
            </a:prstGeom>
            <a:noFill/>
            <a:ln cap="flat" cmpd="sng" w="9525">
              <a:solidFill>
                <a:schemeClr val="accent2"/>
              </a:solidFill>
              <a:prstDash val="solid"/>
              <a:round/>
              <a:headEnd len="med" w="med" type="oval"/>
              <a:tailEnd len="med" w="med" type="oval"/>
            </a:ln>
          </p:spPr>
        </p:cxnSp>
        <p:sp>
          <p:nvSpPr>
            <p:cNvPr id="57" name="Google Shape;57;p8"/>
            <p:cNvSpPr/>
            <p:nvPr/>
          </p:nvSpPr>
          <p:spPr>
            <a:xfrm>
              <a:off x="4522800" y="1436450"/>
              <a:ext cx="98400" cy="98400"/>
            </a:xfrm>
            <a:prstGeom prst="diamond">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8" name="Google Shape;58;p8"/>
          <p:cNvSpPr txBox="1"/>
          <p:nvPr>
            <p:ph type="title"/>
          </p:nvPr>
        </p:nvSpPr>
        <p:spPr>
          <a:xfrm>
            <a:off x="902900" y="742300"/>
            <a:ext cx="7338300" cy="607200"/>
          </a:xfrm>
          <a:prstGeom prst="rect">
            <a:avLst/>
          </a:prstGeom>
        </p:spPr>
        <p:txBody>
          <a:bodyPr anchorCtr="0" anchor="b" bIns="91425" lIns="91425" spcFirstLastPara="1" rIns="91425" wrap="square" tIns="91425">
            <a:noAutofit/>
          </a:bodyPr>
          <a:lstStyle>
            <a:lvl1pPr lvl="0" rtl="0">
              <a:spcBef>
                <a:spcPts val="0"/>
              </a:spcBef>
              <a:spcAft>
                <a:spcPts val="0"/>
              </a:spcAft>
              <a:buSzPts val="1800"/>
              <a:buNone/>
              <a:defRPr/>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59" name="Google Shape;59;p8"/>
          <p:cNvSpPr txBox="1"/>
          <p:nvPr>
            <p:ph idx="1" type="body"/>
          </p:nvPr>
        </p:nvSpPr>
        <p:spPr>
          <a:xfrm>
            <a:off x="902900" y="1592400"/>
            <a:ext cx="2365200" cy="28650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Char char="⬗"/>
              <a:defRPr sz="1600"/>
            </a:lvl1pPr>
            <a:lvl2pPr indent="-330200" lvl="1" marL="914400" rtl="0">
              <a:spcBef>
                <a:spcPts val="0"/>
              </a:spcBef>
              <a:spcAft>
                <a:spcPts val="0"/>
              </a:spcAft>
              <a:buSzPts val="1600"/>
              <a:buChar char="◇"/>
              <a:defRPr sz="1600"/>
            </a:lvl2pPr>
            <a:lvl3pPr indent="-330200" lvl="2" marL="1371600" rtl="0">
              <a:spcBef>
                <a:spcPts val="0"/>
              </a:spcBef>
              <a:spcAft>
                <a:spcPts val="0"/>
              </a:spcAft>
              <a:buSzPts val="1600"/>
              <a:buChar char="◇"/>
              <a:defRPr sz="1600"/>
            </a:lvl3pPr>
            <a:lvl4pPr indent="-330200" lvl="3" marL="1828800" rtl="0">
              <a:spcBef>
                <a:spcPts val="0"/>
              </a:spcBef>
              <a:spcAft>
                <a:spcPts val="0"/>
              </a:spcAft>
              <a:buSzPts val="1600"/>
              <a:buChar char="◇"/>
              <a:defRPr sz="1600"/>
            </a:lvl4pPr>
            <a:lvl5pPr indent="-330200" lvl="4" marL="2286000" rtl="0">
              <a:spcBef>
                <a:spcPts val="0"/>
              </a:spcBef>
              <a:spcAft>
                <a:spcPts val="0"/>
              </a:spcAft>
              <a:buSzPts val="1600"/>
              <a:buChar char="◇"/>
              <a:defRPr sz="1600"/>
            </a:lvl5pPr>
            <a:lvl6pPr indent="-330200" lvl="5" marL="2743200" rtl="0">
              <a:spcBef>
                <a:spcPts val="0"/>
              </a:spcBef>
              <a:spcAft>
                <a:spcPts val="0"/>
              </a:spcAft>
              <a:buSzPts val="1600"/>
              <a:buChar char="◇"/>
              <a:defRPr sz="1600"/>
            </a:lvl6pPr>
            <a:lvl7pPr indent="-330200" lvl="6" marL="3200400" rtl="0">
              <a:spcBef>
                <a:spcPts val="0"/>
              </a:spcBef>
              <a:spcAft>
                <a:spcPts val="0"/>
              </a:spcAft>
              <a:buSzPts val="1600"/>
              <a:buChar char="◇"/>
              <a:defRPr sz="1600"/>
            </a:lvl7pPr>
            <a:lvl8pPr indent="-330200" lvl="7" marL="3657600" rtl="0">
              <a:spcBef>
                <a:spcPts val="0"/>
              </a:spcBef>
              <a:spcAft>
                <a:spcPts val="0"/>
              </a:spcAft>
              <a:buSzPts val="1600"/>
              <a:buChar char="◇"/>
              <a:defRPr sz="1600"/>
            </a:lvl8pPr>
            <a:lvl9pPr indent="-330200" lvl="8" marL="4114800" rtl="0">
              <a:spcBef>
                <a:spcPts val="0"/>
              </a:spcBef>
              <a:spcAft>
                <a:spcPts val="0"/>
              </a:spcAft>
              <a:buSzPts val="1600"/>
              <a:buChar char="◇"/>
              <a:defRPr sz="1600"/>
            </a:lvl9pPr>
          </a:lstStyle>
          <a:p/>
        </p:txBody>
      </p:sp>
      <p:sp>
        <p:nvSpPr>
          <p:cNvPr id="60" name="Google Shape;60;p8"/>
          <p:cNvSpPr txBox="1"/>
          <p:nvPr>
            <p:ph idx="2" type="body"/>
          </p:nvPr>
        </p:nvSpPr>
        <p:spPr>
          <a:xfrm>
            <a:off x="3389475" y="1592400"/>
            <a:ext cx="2365200" cy="28650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Char char="⬗"/>
              <a:defRPr sz="1600"/>
            </a:lvl1pPr>
            <a:lvl2pPr indent="-330200" lvl="1" marL="914400" rtl="0">
              <a:spcBef>
                <a:spcPts val="0"/>
              </a:spcBef>
              <a:spcAft>
                <a:spcPts val="0"/>
              </a:spcAft>
              <a:buSzPts val="1600"/>
              <a:buChar char="◇"/>
              <a:defRPr sz="1600"/>
            </a:lvl2pPr>
            <a:lvl3pPr indent="-330200" lvl="2" marL="1371600" rtl="0">
              <a:spcBef>
                <a:spcPts val="0"/>
              </a:spcBef>
              <a:spcAft>
                <a:spcPts val="0"/>
              </a:spcAft>
              <a:buSzPts val="1600"/>
              <a:buChar char="◇"/>
              <a:defRPr sz="1600"/>
            </a:lvl3pPr>
            <a:lvl4pPr indent="-330200" lvl="3" marL="1828800" rtl="0">
              <a:spcBef>
                <a:spcPts val="0"/>
              </a:spcBef>
              <a:spcAft>
                <a:spcPts val="0"/>
              </a:spcAft>
              <a:buSzPts val="1600"/>
              <a:buChar char="◇"/>
              <a:defRPr sz="1600"/>
            </a:lvl4pPr>
            <a:lvl5pPr indent="-330200" lvl="4" marL="2286000" rtl="0">
              <a:spcBef>
                <a:spcPts val="0"/>
              </a:spcBef>
              <a:spcAft>
                <a:spcPts val="0"/>
              </a:spcAft>
              <a:buSzPts val="1600"/>
              <a:buChar char="◇"/>
              <a:defRPr sz="1600"/>
            </a:lvl5pPr>
            <a:lvl6pPr indent="-330200" lvl="5" marL="2743200" rtl="0">
              <a:spcBef>
                <a:spcPts val="0"/>
              </a:spcBef>
              <a:spcAft>
                <a:spcPts val="0"/>
              </a:spcAft>
              <a:buSzPts val="1600"/>
              <a:buChar char="◇"/>
              <a:defRPr sz="1600"/>
            </a:lvl6pPr>
            <a:lvl7pPr indent="-330200" lvl="6" marL="3200400" rtl="0">
              <a:spcBef>
                <a:spcPts val="0"/>
              </a:spcBef>
              <a:spcAft>
                <a:spcPts val="0"/>
              </a:spcAft>
              <a:buSzPts val="1600"/>
              <a:buChar char="◇"/>
              <a:defRPr sz="1600"/>
            </a:lvl7pPr>
            <a:lvl8pPr indent="-330200" lvl="7" marL="3657600" rtl="0">
              <a:spcBef>
                <a:spcPts val="0"/>
              </a:spcBef>
              <a:spcAft>
                <a:spcPts val="0"/>
              </a:spcAft>
              <a:buSzPts val="1600"/>
              <a:buChar char="◇"/>
              <a:defRPr sz="1600"/>
            </a:lvl8pPr>
            <a:lvl9pPr indent="-330200" lvl="8" marL="4114800" rtl="0">
              <a:spcBef>
                <a:spcPts val="0"/>
              </a:spcBef>
              <a:spcAft>
                <a:spcPts val="0"/>
              </a:spcAft>
              <a:buSzPts val="1600"/>
              <a:buChar char="◇"/>
              <a:defRPr sz="1600"/>
            </a:lvl9pPr>
          </a:lstStyle>
          <a:p/>
        </p:txBody>
      </p:sp>
      <p:sp>
        <p:nvSpPr>
          <p:cNvPr id="61" name="Google Shape;61;p8"/>
          <p:cNvSpPr txBox="1"/>
          <p:nvPr>
            <p:ph idx="3" type="body"/>
          </p:nvPr>
        </p:nvSpPr>
        <p:spPr>
          <a:xfrm>
            <a:off x="5876050" y="1592400"/>
            <a:ext cx="2365200" cy="28650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Char char="⬗"/>
              <a:defRPr sz="1600"/>
            </a:lvl1pPr>
            <a:lvl2pPr indent="-330200" lvl="1" marL="914400" rtl="0">
              <a:spcBef>
                <a:spcPts val="0"/>
              </a:spcBef>
              <a:spcAft>
                <a:spcPts val="0"/>
              </a:spcAft>
              <a:buSzPts val="1600"/>
              <a:buChar char="◇"/>
              <a:defRPr sz="1600"/>
            </a:lvl2pPr>
            <a:lvl3pPr indent="-330200" lvl="2" marL="1371600" rtl="0">
              <a:spcBef>
                <a:spcPts val="0"/>
              </a:spcBef>
              <a:spcAft>
                <a:spcPts val="0"/>
              </a:spcAft>
              <a:buSzPts val="1600"/>
              <a:buChar char="◇"/>
              <a:defRPr sz="1600"/>
            </a:lvl3pPr>
            <a:lvl4pPr indent="-330200" lvl="3" marL="1828800" rtl="0">
              <a:spcBef>
                <a:spcPts val="0"/>
              </a:spcBef>
              <a:spcAft>
                <a:spcPts val="0"/>
              </a:spcAft>
              <a:buSzPts val="1600"/>
              <a:buChar char="◇"/>
              <a:defRPr sz="1600"/>
            </a:lvl4pPr>
            <a:lvl5pPr indent="-330200" lvl="4" marL="2286000" rtl="0">
              <a:spcBef>
                <a:spcPts val="0"/>
              </a:spcBef>
              <a:spcAft>
                <a:spcPts val="0"/>
              </a:spcAft>
              <a:buSzPts val="1600"/>
              <a:buChar char="◇"/>
              <a:defRPr sz="1600"/>
            </a:lvl5pPr>
            <a:lvl6pPr indent="-330200" lvl="5" marL="2743200" rtl="0">
              <a:spcBef>
                <a:spcPts val="0"/>
              </a:spcBef>
              <a:spcAft>
                <a:spcPts val="0"/>
              </a:spcAft>
              <a:buSzPts val="1600"/>
              <a:buChar char="◇"/>
              <a:defRPr sz="1600"/>
            </a:lvl6pPr>
            <a:lvl7pPr indent="-330200" lvl="6" marL="3200400" rtl="0">
              <a:spcBef>
                <a:spcPts val="0"/>
              </a:spcBef>
              <a:spcAft>
                <a:spcPts val="0"/>
              </a:spcAft>
              <a:buSzPts val="1600"/>
              <a:buChar char="◇"/>
              <a:defRPr sz="1600"/>
            </a:lvl7pPr>
            <a:lvl8pPr indent="-330200" lvl="7" marL="3657600" rtl="0">
              <a:spcBef>
                <a:spcPts val="0"/>
              </a:spcBef>
              <a:spcAft>
                <a:spcPts val="0"/>
              </a:spcAft>
              <a:buSzPts val="1600"/>
              <a:buChar char="◇"/>
              <a:defRPr sz="1600"/>
            </a:lvl8pPr>
            <a:lvl9pPr indent="-330200" lvl="8" marL="4114800" rtl="0">
              <a:spcBef>
                <a:spcPts val="0"/>
              </a:spcBef>
              <a:spcAft>
                <a:spcPts val="0"/>
              </a:spcAft>
              <a:buSzPts val="1600"/>
              <a:buChar char="◇"/>
              <a:defRPr sz="1600"/>
            </a:lvl9pPr>
          </a:lstStyle>
          <a:p/>
        </p:txBody>
      </p:sp>
      <p:sp>
        <p:nvSpPr>
          <p:cNvPr id="62" name="Google Shape;62;p8"/>
          <p:cNvSpPr txBox="1"/>
          <p:nvPr>
            <p:ph idx="12" type="sldNum"/>
          </p:nvPr>
        </p:nvSpPr>
        <p:spPr>
          <a:xfrm>
            <a:off x="50" y="4645875"/>
            <a:ext cx="9144000" cy="497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3" name="Shape 63"/>
        <p:cNvGrpSpPr/>
        <p:nvPr/>
      </p:nvGrpSpPr>
      <p:grpSpPr>
        <a:xfrm>
          <a:off x="0" y="0"/>
          <a:ext cx="0" cy="0"/>
          <a:chOff x="0" y="0"/>
          <a:chExt cx="0" cy="0"/>
        </a:xfrm>
      </p:grpSpPr>
      <p:sp>
        <p:nvSpPr>
          <p:cNvPr id="64" name="Google Shape;64;p9"/>
          <p:cNvSpPr/>
          <p:nvPr/>
        </p:nvSpPr>
        <p:spPr>
          <a:xfrm>
            <a:off x="554700" y="544650"/>
            <a:ext cx="8034600" cy="4054200"/>
          </a:xfrm>
          <a:prstGeom prst="rect">
            <a:avLst/>
          </a:prstGeom>
          <a:solidFill>
            <a:srgbClr val="EFEFEF"/>
          </a:solidFill>
          <a:ln cap="flat" cmpd="sng" w="114300">
            <a:solidFill>
              <a:srgbClr val="FFFFFF"/>
            </a:solidFill>
            <a:prstDash val="solid"/>
            <a:miter lim="8000"/>
            <a:headEnd len="sm" w="sm" type="none"/>
            <a:tailEnd len="sm" w="sm" type="none"/>
          </a:ln>
          <a:effectLst>
            <a:outerShdw blurRad="214313" rotWithShape="0" algn="bl" dir="5400000" dist="95250">
              <a:srgbClr val="000000">
                <a:alpha val="35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5" name="Google Shape;65;p9"/>
          <p:cNvGrpSpPr/>
          <p:nvPr/>
        </p:nvGrpSpPr>
        <p:grpSpPr>
          <a:xfrm>
            <a:off x="4414050" y="1316883"/>
            <a:ext cx="315900" cy="98400"/>
            <a:chOff x="4414050" y="1436450"/>
            <a:chExt cx="315900" cy="98400"/>
          </a:xfrm>
        </p:grpSpPr>
        <p:cxnSp>
          <p:nvCxnSpPr>
            <p:cNvPr id="66" name="Google Shape;66;p9"/>
            <p:cNvCxnSpPr/>
            <p:nvPr/>
          </p:nvCxnSpPr>
          <p:spPr>
            <a:xfrm>
              <a:off x="4414050" y="1485650"/>
              <a:ext cx="315900" cy="0"/>
            </a:xfrm>
            <a:prstGeom prst="straightConnector1">
              <a:avLst/>
            </a:prstGeom>
            <a:noFill/>
            <a:ln cap="flat" cmpd="sng" w="9525">
              <a:solidFill>
                <a:schemeClr val="accent2"/>
              </a:solidFill>
              <a:prstDash val="solid"/>
              <a:round/>
              <a:headEnd len="med" w="med" type="oval"/>
              <a:tailEnd len="med" w="med" type="oval"/>
            </a:ln>
          </p:spPr>
        </p:cxnSp>
        <p:sp>
          <p:nvSpPr>
            <p:cNvPr id="67" name="Google Shape;67;p9"/>
            <p:cNvSpPr/>
            <p:nvPr/>
          </p:nvSpPr>
          <p:spPr>
            <a:xfrm>
              <a:off x="4522800" y="1436450"/>
              <a:ext cx="98400" cy="98400"/>
            </a:xfrm>
            <a:prstGeom prst="diamond">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8" name="Google Shape;68;p9"/>
          <p:cNvSpPr txBox="1"/>
          <p:nvPr>
            <p:ph type="title"/>
          </p:nvPr>
        </p:nvSpPr>
        <p:spPr>
          <a:xfrm>
            <a:off x="902900" y="742300"/>
            <a:ext cx="7338300" cy="607200"/>
          </a:xfrm>
          <a:prstGeom prst="rect">
            <a:avLst/>
          </a:prstGeom>
        </p:spPr>
        <p:txBody>
          <a:bodyPr anchorCtr="0" anchor="b"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69" name="Google Shape;69;p9"/>
          <p:cNvSpPr txBox="1"/>
          <p:nvPr>
            <p:ph idx="12" type="sldNum"/>
          </p:nvPr>
        </p:nvSpPr>
        <p:spPr>
          <a:xfrm>
            <a:off x="50" y="4645875"/>
            <a:ext cx="9144000" cy="497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p:nvPr/>
        </p:nvSpPr>
        <p:spPr>
          <a:xfrm>
            <a:off x="554700" y="544650"/>
            <a:ext cx="8034600" cy="4054200"/>
          </a:xfrm>
          <a:prstGeom prst="rect">
            <a:avLst/>
          </a:prstGeom>
          <a:solidFill>
            <a:srgbClr val="EFEFEF"/>
          </a:solidFill>
          <a:ln cap="flat" cmpd="sng" w="114300">
            <a:solidFill>
              <a:srgbClr val="FFFFFF"/>
            </a:solidFill>
            <a:prstDash val="solid"/>
            <a:miter lim="8000"/>
            <a:headEnd len="sm" w="sm" type="none"/>
            <a:tailEnd len="sm" w="sm" type="none"/>
          </a:ln>
          <a:effectLst>
            <a:outerShdw blurRad="214313" rotWithShape="0" algn="bl" dir="5400000" dist="95250">
              <a:srgbClr val="000000">
                <a:alpha val="35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2" name="Google Shape;72;p10"/>
          <p:cNvGrpSpPr/>
          <p:nvPr/>
        </p:nvGrpSpPr>
        <p:grpSpPr>
          <a:xfrm>
            <a:off x="4414050" y="3983883"/>
            <a:ext cx="315900" cy="98400"/>
            <a:chOff x="4414050" y="1436450"/>
            <a:chExt cx="315900" cy="98400"/>
          </a:xfrm>
        </p:grpSpPr>
        <p:cxnSp>
          <p:nvCxnSpPr>
            <p:cNvPr id="73" name="Google Shape;73;p10"/>
            <p:cNvCxnSpPr/>
            <p:nvPr/>
          </p:nvCxnSpPr>
          <p:spPr>
            <a:xfrm>
              <a:off x="4414050" y="1485650"/>
              <a:ext cx="315900" cy="0"/>
            </a:xfrm>
            <a:prstGeom prst="straightConnector1">
              <a:avLst/>
            </a:prstGeom>
            <a:noFill/>
            <a:ln cap="flat" cmpd="sng" w="9525">
              <a:solidFill>
                <a:schemeClr val="accent2"/>
              </a:solidFill>
              <a:prstDash val="solid"/>
              <a:round/>
              <a:headEnd len="med" w="med" type="oval"/>
              <a:tailEnd len="med" w="med" type="oval"/>
            </a:ln>
          </p:spPr>
        </p:cxnSp>
        <p:sp>
          <p:nvSpPr>
            <p:cNvPr id="74" name="Google Shape;74;p10"/>
            <p:cNvSpPr/>
            <p:nvPr/>
          </p:nvSpPr>
          <p:spPr>
            <a:xfrm>
              <a:off x="4522800" y="1436450"/>
              <a:ext cx="98400" cy="98400"/>
            </a:xfrm>
            <a:prstGeom prst="diamond">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5" name="Google Shape;75;p10"/>
          <p:cNvSpPr txBox="1"/>
          <p:nvPr>
            <p:ph idx="1" type="body"/>
          </p:nvPr>
        </p:nvSpPr>
        <p:spPr>
          <a:xfrm>
            <a:off x="853650" y="3965517"/>
            <a:ext cx="7436700" cy="519600"/>
          </a:xfrm>
          <a:prstGeom prst="rect">
            <a:avLst/>
          </a:prstGeom>
        </p:spPr>
        <p:txBody>
          <a:bodyPr anchorCtr="0" anchor="b" bIns="91425" lIns="91425" spcFirstLastPara="1" rIns="91425" wrap="square" tIns="91425">
            <a:noAutofit/>
          </a:bodyPr>
          <a:lstStyle>
            <a:lvl1pPr indent="-228600" lvl="0" marL="457200" algn="ctr">
              <a:spcBef>
                <a:spcPts val="360"/>
              </a:spcBef>
              <a:spcAft>
                <a:spcPts val="0"/>
              </a:spcAft>
              <a:buClr>
                <a:schemeClr val="dk2"/>
              </a:buClr>
              <a:buSzPts val="1400"/>
              <a:buNone/>
              <a:defRPr sz="1400">
                <a:solidFill>
                  <a:schemeClr val="dk2"/>
                </a:solidFill>
              </a:defRPr>
            </a:lvl1pPr>
          </a:lstStyle>
          <a:p/>
        </p:txBody>
      </p:sp>
      <p:sp>
        <p:nvSpPr>
          <p:cNvPr id="76" name="Google Shape;76;p10"/>
          <p:cNvSpPr txBox="1"/>
          <p:nvPr>
            <p:ph idx="12" type="sldNum"/>
          </p:nvPr>
        </p:nvSpPr>
        <p:spPr>
          <a:xfrm>
            <a:off x="50" y="4645875"/>
            <a:ext cx="9144000" cy="497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container" type="blank">
  <p:cSld name="BLANK">
    <p:spTree>
      <p:nvGrpSpPr>
        <p:cNvPr id="77" name="Shape 77"/>
        <p:cNvGrpSpPr/>
        <p:nvPr/>
      </p:nvGrpSpPr>
      <p:grpSpPr>
        <a:xfrm>
          <a:off x="0" y="0"/>
          <a:ext cx="0" cy="0"/>
          <a:chOff x="0" y="0"/>
          <a:chExt cx="0" cy="0"/>
        </a:xfrm>
      </p:grpSpPr>
      <p:sp>
        <p:nvSpPr>
          <p:cNvPr id="78" name="Google Shape;78;p11"/>
          <p:cNvSpPr/>
          <p:nvPr/>
        </p:nvSpPr>
        <p:spPr>
          <a:xfrm>
            <a:off x="554700" y="544650"/>
            <a:ext cx="8034600" cy="4054200"/>
          </a:xfrm>
          <a:prstGeom prst="rect">
            <a:avLst/>
          </a:prstGeom>
          <a:solidFill>
            <a:srgbClr val="EFEFEF"/>
          </a:solidFill>
          <a:ln cap="flat" cmpd="sng" w="114300">
            <a:solidFill>
              <a:srgbClr val="FFFFFF"/>
            </a:solidFill>
            <a:prstDash val="solid"/>
            <a:miter lim="8000"/>
            <a:headEnd len="sm" w="sm" type="none"/>
            <a:tailEnd len="sm" w="sm" type="none"/>
          </a:ln>
          <a:effectLst>
            <a:outerShdw blurRad="214313" rotWithShape="0" algn="bl" dir="5400000" dist="95250">
              <a:srgbClr val="000000">
                <a:alpha val="35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1"/>
          <p:cNvSpPr txBox="1"/>
          <p:nvPr>
            <p:ph idx="12" type="sldNum"/>
          </p:nvPr>
        </p:nvSpPr>
        <p:spPr>
          <a:xfrm>
            <a:off x="50" y="4645875"/>
            <a:ext cx="9144000" cy="497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letely Blank">
  <p:cSld name="BLANK_1">
    <p:spTree>
      <p:nvGrpSpPr>
        <p:cNvPr id="80" name="Shape 80"/>
        <p:cNvGrpSpPr/>
        <p:nvPr/>
      </p:nvGrpSpPr>
      <p:grpSpPr>
        <a:xfrm>
          <a:off x="0" y="0"/>
          <a:ext cx="0" cy="0"/>
          <a:chOff x="0" y="0"/>
          <a:chExt cx="0" cy="0"/>
        </a:xfrm>
      </p:grpSpPr>
      <p:sp>
        <p:nvSpPr>
          <p:cNvPr id="81" name="Google Shape;81;p12"/>
          <p:cNvSpPr txBox="1"/>
          <p:nvPr>
            <p:ph idx="12" type="sldNum"/>
          </p:nvPr>
        </p:nvSpPr>
        <p:spPr>
          <a:xfrm>
            <a:off x="50" y="4645875"/>
            <a:ext cx="9144000" cy="497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grpSp>
        <p:nvGrpSpPr>
          <p:cNvPr id="82" name="Google Shape;82;p12"/>
          <p:cNvGrpSpPr/>
          <p:nvPr/>
        </p:nvGrpSpPr>
        <p:grpSpPr>
          <a:xfrm>
            <a:off x="4414050" y="4579950"/>
            <a:ext cx="315900" cy="98400"/>
            <a:chOff x="4414050" y="1436450"/>
            <a:chExt cx="315900" cy="98400"/>
          </a:xfrm>
        </p:grpSpPr>
        <p:cxnSp>
          <p:nvCxnSpPr>
            <p:cNvPr id="83" name="Google Shape;83;p12"/>
            <p:cNvCxnSpPr/>
            <p:nvPr/>
          </p:nvCxnSpPr>
          <p:spPr>
            <a:xfrm>
              <a:off x="4414050" y="1485650"/>
              <a:ext cx="315900" cy="0"/>
            </a:xfrm>
            <a:prstGeom prst="straightConnector1">
              <a:avLst/>
            </a:prstGeom>
            <a:noFill/>
            <a:ln cap="flat" cmpd="sng" w="9525">
              <a:solidFill>
                <a:schemeClr val="lt1"/>
              </a:solidFill>
              <a:prstDash val="solid"/>
              <a:round/>
              <a:headEnd len="med" w="med" type="oval"/>
              <a:tailEnd len="med" w="med" type="oval"/>
            </a:ln>
          </p:spPr>
        </p:cxnSp>
        <p:sp>
          <p:nvSpPr>
            <p:cNvPr id="84" name="Google Shape;84;p12"/>
            <p:cNvSpPr/>
            <p:nvPr/>
          </p:nvSpPr>
          <p:spPr>
            <a:xfrm>
              <a:off x="4522800" y="1436450"/>
              <a:ext cx="98400" cy="98400"/>
            </a:xfrm>
            <a:prstGeom prst="diamond">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ith frame">
  <p:cSld name="BLANK_1_1">
    <p:spTree>
      <p:nvGrpSpPr>
        <p:cNvPr id="85" name="Shape 85"/>
        <p:cNvGrpSpPr/>
        <p:nvPr/>
      </p:nvGrpSpPr>
      <p:grpSpPr>
        <a:xfrm>
          <a:off x="0" y="0"/>
          <a:ext cx="0" cy="0"/>
          <a:chOff x="0" y="0"/>
          <a:chExt cx="0" cy="0"/>
        </a:xfrm>
      </p:grpSpPr>
      <p:sp>
        <p:nvSpPr>
          <p:cNvPr id="86" name="Google Shape;86;p13"/>
          <p:cNvSpPr/>
          <p:nvPr/>
        </p:nvSpPr>
        <p:spPr>
          <a:xfrm>
            <a:off x="0" y="0"/>
            <a:ext cx="9144000" cy="5143500"/>
          </a:xfrm>
          <a:prstGeom prst="frame">
            <a:avLst>
              <a:gd fmla="val 10576" name="adj1"/>
            </a:avLst>
          </a:prstGeom>
          <a:solidFill>
            <a:srgbClr val="1A0808">
              <a:alpha val="4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7" name="Google Shape;87;p13"/>
          <p:cNvPicPr preferRelativeResize="0"/>
          <p:nvPr/>
        </p:nvPicPr>
        <p:blipFill>
          <a:blip r:embed="rId2">
            <a:alphaModFix/>
          </a:blip>
          <a:stretch>
            <a:fillRect/>
          </a:stretch>
        </p:blipFill>
        <p:spPr>
          <a:xfrm>
            <a:off x="147750" y="224000"/>
            <a:ext cx="8848500" cy="4712100"/>
          </a:xfrm>
          <a:prstGeom prst="frame">
            <a:avLst>
              <a:gd fmla="val 7899" name="adj1"/>
            </a:avLst>
          </a:prstGeom>
          <a:noFill/>
          <a:ln>
            <a:noFill/>
          </a:ln>
        </p:spPr>
      </p:pic>
      <p:sp>
        <p:nvSpPr>
          <p:cNvPr id="88" name="Google Shape;88;p13"/>
          <p:cNvSpPr txBox="1"/>
          <p:nvPr>
            <p:ph idx="12" type="sldNum"/>
          </p:nvPr>
        </p:nvSpPr>
        <p:spPr>
          <a:xfrm>
            <a:off x="50" y="4645875"/>
            <a:ext cx="9144000" cy="497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
        <p:nvSpPr>
          <p:cNvPr id="89" name="Google Shape;89;p13"/>
          <p:cNvSpPr/>
          <p:nvPr/>
        </p:nvSpPr>
        <p:spPr>
          <a:xfrm>
            <a:off x="554700" y="544650"/>
            <a:ext cx="8034600" cy="4054200"/>
          </a:xfrm>
          <a:prstGeom prst="rect">
            <a:avLst/>
          </a:prstGeom>
          <a:noFill/>
          <a:ln cap="flat" cmpd="sng" w="114300">
            <a:solidFill>
              <a:srgbClr val="FFFFF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2">
  <p:cSld name="TITLE_2">
    <p:spTree>
      <p:nvGrpSpPr>
        <p:cNvPr id="90" name="Shape 90"/>
        <p:cNvGrpSpPr/>
        <p:nvPr/>
      </p:nvGrpSpPr>
      <p:grpSpPr>
        <a:xfrm>
          <a:off x="0" y="0"/>
          <a:ext cx="0" cy="0"/>
          <a:chOff x="0" y="0"/>
          <a:chExt cx="0" cy="0"/>
        </a:xfrm>
      </p:grpSpPr>
      <p:sp>
        <p:nvSpPr>
          <p:cNvPr id="91" name="Google Shape;91;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92" name="Google Shape;92;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60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93" name="Google Shape;93;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94" name="Shape 94"/>
        <p:cNvGrpSpPr/>
        <p:nvPr/>
      </p:nvGrpSpPr>
      <p:grpSpPr>
        <a:xfrm>
          <a:off x="0" y="0"/>
          <a:ext cx="0" cy="0"/>
          <a:chOff x="0" y="0"/>
          <a:chExt cx="0" cy="0"/>
        </a:xfrm>
      </p:grpSpPr>
      <p:sp>
        <p:nvSpPr>
          <p:cNvPr id="95" name="Google Shape;95;p15"/>
          <p:cNvSpPr txBox="1"/>
          <p:nvPr>
            <p:ph type="title"/>
          </p:nvPr>
        </p:nvSpPr>
        <p:spPr>
          <a:xfrm>
            <a:off x="509550" y="1423875"/>
            <a:ext cx="8124900" cy="1798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1pPr>
            <a:lvl2pPr lvl="1"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2pPr>
            <a:lvl3pPr lvl="2"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3pPr>
            <a:lvl4pPr lvl="3"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4pPr>
            <a:lvl5pPr lvl="4"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5pPr>
            <a:lvl6pPr lvl="5"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6pPr>
            <a:lvl7pPr lvl="6"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7pPr>
            <a:lvl8pPr lvl="7"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8pPr>
            <a:lvl9pPr lvl="8"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9pPr>
          </a:lstStyle>
          <a:p/>
        </p:txBody>
      </p:sp>
      <p:sp>
        <p:nvSpPr>
          <p:cNvPr id="96" name="Google Shape;96;p15"/>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97" name="Shape 97"/>
        <p:cNvGrpSpPr/>
        <p:nvPr/>
      </p:nvGrpSpPr>
      <p:grpSpPr>
        <a:xfrm>
          <a:off x="0" y="0"/>
          <a:ext cx="0" cy="0"/>
          <a:chOff x="0" y="0"/>
          <a:chExt cx="0" cy="0"/>
        </a:xfrm>
      </p:grpSpPr>
      <p:sp>
        <p:nvSpPr>
          <p:cNvPr id="98" name="Google Shape;98;p16"/>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9" name="Google Shape;99;p16"/>
          <p:cNvSpPr txBox="1"/>
          <p:nvPr>
            <p:ph idx="1" type="body"/>
          </p:nvPr>
        </p:nvSpPr>
        <p:spPr>
          <a:xfrm>
            <a:off x="311700" y="1391378"/>
            <a:ext cx="2808000" cy="3179400"/>
          </a:xfrm>
          <a:prstGeom prst="rect">
            <a:avLst/>
          </a:prstGeom>
        </p:spPr>
        <p:txBody>
          <a:bodyPr anchorCtr="0" anchor="t" bIns="91425" lIns="91425" spcFirstLastPara="1" rIns="91425" wrap="square" tIns="91425">
            <a:noAutofit/>
          </a:bodyPr>
          <a:lstStyle>
            <a:lvl1pPr indent="-304800" lvl="0" marL="457200">
              <a:spcBef>
                <a:spcPts val="60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00" name="Google Shape;100;p16"/>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3">
  <p:cSld name="TITLE_3">
    <p:spTree>
      <p:nvGrpSpPr>
        <p:cNvPr id="101" name="Shape 101"/>
        <p:cNvGrpSpPr/>
        <p:nvPr/>
      </p:nvGrpSpPr>
      <p:grpSpPr>
        <a:xfrm>
          <a:off x="0" y="0"/>
          <a:ext cx="0" cy="0"/>
          <a:chOff x="0" y="0"/>
          <a:chExt cx="0" cy="0"/>
        </a:xfrm>
      </p:grpSpPr>
      <p:sp>
        <p:nvSpPr>
          <p:cNvPr id="102" name="Google Shape;102;p1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03" name="Google Shape;103;p17"/>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60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04" name="Google Shape;104;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1.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
    <p:bg>
      <p:bgPr>
        <a:solidFill>
          <a:schemeClr val="accent2"/>
        </a:solidFill>
      </p:bgPr>
    </p:bg>
    <p:spTree>
      <p:nvGrpSpPr>
        <p:cNvPr id="5" name="Shape 5"/>
        <p:cNvGrpSpPr/>
        <p:nvPr/>
      </p:nvGrpSpPr>
      <p:grpSpPr>
        <a:xfrm>
          <a:off x="0" y="0"/>
          <a:ext cx="0" cy="0"/>
          <a:chOff x="0" y="0"/>
          <a:chExt cx="0" cy="0"/>
        </a:xfrm>
      </p:grpSpPr>
      <p:sp>
        <p:nvSpPr>
          <p:cNvPr id="6" name="Google Shape;6;p1"/>
          <p:cNvSpPr/>
          <p:nvPr/>
        </p:nvSpPr>
        <p:spPr>
          <a:xfrm>
            <a:off x="0" y="0"/>
            <a:ext cx="9144000" cy="5143488"/>
          </a:xfrm>
          <a:custGeom>
            <a:rect b="b" l="l" r="r" t="t"/>
            <a:pathLst>
              <a:path extrusionOk="0" h="160734" w="285750">
                <a:moveTo>
                  <a:pt x="1116" y="0"/>
                </a:moveTo>
                <a:lnTo>
                  <a:pt x="0" y="1116"/>
                </a:lnTo>
                <a:lnTo>
                  <a:pt x="0" y="1563"/>
                </a:lnTo>
                <a:lnTo>
                  <a:pt x="1563" y="0"/>
                </a:lnTo>
                <a:close/>
                <a:moveTo>
                  <a:pt x="7367" y="0"/>
                </a:moveTo>
                <a:lnTo>
                  <a:pt x="0" y="7367"/>
                </a:lnTo>
                <a:lnTo>
                  <a:pt x="0" y="7813"/>
                </a:lnTo>
                <a:lnTo>
                  <a:pt x="7813" y="0"/>
                </a:lnTo>
                <a:close/>
                <a:moveTo>
                  <a:pt x="13618" y="0"/>
                </a:moveTo>
                <a:lnTo>
                  <a:pt x="0" y="13618"/>
                </a:lnTo>
                <a:lnTo>
                  <a:pt x="0" y="14064"/>
                </a:lnTo>
                <a:lnTo>
                  <a:pt x="14064" y="0"/>
                </a:lnTo>
                <a:close/>
                <a:moveTo>
                  <a:pt x="19869" y="0"/>
                </a:moveTo>
                <a:lnTo>
                  <a:pt x="0" y="19869"/>
                </a:lnTo>
                <a:lnTo>
                  <a:pt x="0" y="20315"/>
                </a:lnTo>
                <a:lnTo>
                  <a:pt x="20315" y="0"/>
                </a:lnTo>
                <a:close/>
                <a:moveTo>
                  <a:pt x="26119" y="0"/>
                </a:moveTo>
                <a:lnTo>
                  <a:pt x="0" y="26119"/>
                </a:lnTo>
                <a:lnTo>
                  <a:pt x="0" y="26566"/>
                </a:lnTo>
                <a:lnTo>
                  <a:pt x="26566" y="0"/>
                </a:lnTo>
                <a:close/>
                <a:moveTo>
                  <a:pt x="32370" y="0"/>
                </a:moveTo>
                <a:lnTo>
                  <a:pt x="0" y="32370"/>
                </a:lnTo>
                <a:lnTo>
                  <a:pt x="0" y="32817"/>
                </a:lnTo>
                <a:lnTo>
                  <a:pt x="32817" y="0"/>
                </a:lnTo>
                <a:close/>
                <a:moveTo>
                  <a:pt x="38621" y="0"/>
                </a:moveTo>
                <a:lnTo>
                  <a:pt x="0" y="38621"/>
                </a:lnTo>
                <a:lnTo>
                  <a:pt x="0" y="39067"/>
                </a:lnTo>
                <a:lnTo>
                  <a:pt x="39067" y="0"/>
                </a:lnTo>
                <a:close/>
                <a:moveTo>
                  <a:pt x="44872" y="0"/>
                </a:moveTo>
                <a:lnTo>
                  <a:pt x="0" y="44872"/>
                </a:lnTo>
                <a:lnTo>
                  <a:pt x="0" y="45318"/>
                </a:lnTo>
                <a:lnTo>
                  <a:pt x="45318" y="0"/>
                </a:lnTo>
                <a:close/>
                <a:moveTo>
                  <a:pt x="51122" y="0"/>
                </a:moveTo>
                <a:lnTo>
                  <a:pt x="0" y="51122"/>
                </a:lnTo>
                <a:lnTo>
                  <a:pt x="0" y="51569"/>
                </a:lnTo>
                <a:lnTo>
                  <a:pt x="51569" y="0"/>
                </a:lnTo>
                <a:close/>
                <a:moveTo>
                  <a:pt x="57373" y="0"/>
                </a:moveTo>
                <a:lnTo>
                  <a:pt x="0" y="57373"/>
                </a:lnTo>
                <a:lnTo>
                  <a:pt x="0" y="57820"/>
                </a:lnTo>
                <a:lnTo>
                  <a:pt x="57820" y="0"/>
                </a:lnTo>
                <a:close/>
                <a:moveTo>
                  <a:pt x="63624" y="0"/>
                </a:moveTo>
                <a:lnTo>
                  <a:pt x="0" y="63624"/>
                </a:lnTo>
                <a:lnTo>
                  <a:pt x="0" y="64070"/>
                </a:lnTo>
                <a:lnTo>
                  <a:pt x="64071" y="0"/>
                </a:lnTo>
                <a:close/>
                <a:moveTo>
                  <a:pt x="69875" y="0"/>
                </a:moveTo>
                <a:lnTo>
                  <a:pt x="0" y="69875"/>
                </a:lnTo>
                <a:lnTo>
                  <a:pt x="0" y="70321"/>
                </a:lnTo>
                <a:lnTo>
                  <a:pt x="70321" y="0"/>
                </a:lnTo>
                <a:close/>
                <a:moveTo>
                  <a:pt x="76126" y="0"/>
                </a:moveTo>
                <a:lnTo>
                  <a:pt x="0" y="76125"/>
                </a:lnTo>
                <a:lnTo>
                  <a:pt x="0" y="76572"/>
                </a:lnTo>
                <a:lnTo>
                  <a:pt x="76572" y="0"/>
                </a:lnTo>
                <a:close/>
                <a:moveTo>
                  <a:pt x="82376" y="0"/>
                </a:moveTo>
                <a:lnTo>
                  <a:pt x="0" y="82376"/>
                </a:lnTo>
                <a:lnTo>
                  <a:pt x="0" y="82823"/>
                </a:lnTo>
                <a:lnTo>
                  <a:pt x="82823" y="0"/>
                </a:lnTo>
                <a:close/>
                <a:moveTo>
                  <a:pt x="88627" y="0"/>
                </a:moveTo>
                <a:lnTo>
                  <a:pt x="0" y="88627"/>
                </a:lnTo>
                <a:lnTo>
                  <a:pt x="0" y="89073"/>
                </a:lnTo>
                <a:lnTo>
                  <a:pt x="89074" y="0"/>
                </a:lnTo>
                <a:close/>
                <a:moveTo>
                  <a:pt x="94878" y="0"/>
                </a:moveTo>
                <a:lnTo>
                  <a:pt x="0" y="94878"/>
                </a:lnTo>
                <a:lnTo>
                  <a:pt x="0" y="95324"/>
                </a:lnTo>
                <a:lnTo>
                  <a:pt x="95324" y="0"/>
                </a:lnTo>
                <a:close/>
                <a:moveTo>
                  <a:pt x="101129" y="0"/>
                </a:moveTo>
                <a:lnTo>
                  <a:pt x="0" y="101128"/>
                </a:lnTo>
                <a:lnTo>
                  <a:pt x="0" y="101575"/>
                </a:lnTo>
                <a:lnTo>
                  <a:pt x="101575" y="0"/>
                </a:lnTo>
                <a:close/>
                <a:moveTo>
                  <a:pt x="107379" y="0"/>
                </a:moveTo>
                <a:lnTo>
                  <a:pt x="0" y="107379"/>
                </a:lnTo>
                <a:lnTo>
                  <a:pt x="0" y="107826"/>
                </a:lnTo>
                <a:lnTo>
                  <a:pt x="107826" y="0"/>
                </a:lnTo>
                <a:close/>
                <a:moveTo>
                  <a:pt x="113630" y="0"/>
                </a:moveTo>
                <a:lnTo>
                  <a:pt x="0" y="113630"/>
                </a:lnTo>
                <a:lnTo>
                  <a:pt x="0" y="114076"/>
                </a:lnTo>
                <a:lnTo>
                  <a:pt x="114077" y="0"/>
                </a:lnTo>
                <a:close/>
                <a:moveTo>
                  <a:pt x="119881" y="0"/>
                </a:moveTo>
                <a:lnTo>
                  <a:pt x="0" y="119881"/>
                </a:lnTo>
                <a:lnTo>
                  <a:pt x="0" y="120327"/>
                </a:lnTo>
                <a:lnTo>
                  <a:pt x="120328" y="0"/>
                </a:lnTo>
                <a:close/>
                <a:moveTo>
                  <a:pt x="126132" y="0"/>
                </a:moveTo>
                <a:lnTo>
                  <a:pt x="0" y="126132"/>
                </a:lnTo>
                <a:lnTo>
                  <a:pt x="0" y="126578"/>
                </a:lnTo>
                <a:lnTo>
                  <a:pt x="126578" y="0"/>
                </a:lnTo>
                <a:close/>
                <a:moveTo>
                  <a:pt x="132383" y="0"/>
                </a:moveTo>
                <a:lnTo>
                  <a:pt x="0" y="132382"/>
                </a:lnTo>
                <a:lnTo>
                  <a:pt x="0" y="132829"/>
                </a:lnTo>
                <a:lnTo>
                  <a:pt x="132829" y="0"/>
                </a:lnTo>
                <a:close/>
                <a:moveTo>
                  <a:pt x="138633" y="0"/>
                </a:moveTo>
                <a:lnTo>
                  <a:pt x="0" y="138633"/>
                </a:lnTo>
                <a:lnTo>
                  <a:pt x="0" y="139080"/>
                </a:lnTo>
                <a:lnTo>
                  <a:pt x="139080" y="0"/>
                </a:lnTo>
                <a:close/>
                <a:moveTo>
                  <a:pt x="144884" y="0"/>
                </a:moveTo>
                <a:lnTo>
                  <a:pt x="0" y="144884"/>
                </a:lnTo>
                <a:lnTo>
                  <a:pt x="0" y="145330"/>
                </a:lnTo>
                <a:lnTo>
                  <a:pt x="145331" y="0"/>
                </a:lnTo>
                <a:close/>
                <a:moveTo>
                  <a:pt x="151135" y="0"/>
                </a:moveTo>
                <a:lnTo>
                  <a:pt x="0" y="151135"/>
                </a:lnTo>
                <a:lnTo>
                  <a:pt x="0" y="151581"/>
                </a:lnTo>
                <a:lnTo>
                  <a:pt x="151581" y="0"/>
                </a:lnTo>
                <a:close/>
                <a:moveTo>
                  <a:pt x="157386" y="0"/>
                </a:moveTo>
                <a:lnTo>
                  <a:pt x="0" y="157385"/>
                </a:lnTo>
                <a:lnTo>
                  <a:pt x="0" y="157832"/>
                </a:lnTo>
                <a:lnTo>
                  <a:pt x="157832" y="0"/>
                </a:lnTo>
                <a:close/>
                <a:moveTo>
                  <a:pt x="163637" y="0"/>
                </a:moveTo>
                <a:lnTo>
                  <a:pt x="2902" y="160734"/>
                </a:lnTo>
                <a:lnTo>
                  <a:pt x="3349" y="160734"/>
                </a:lnTo>
                <a:lnTo>
                  <a:pt x="164083" y="0"/>
                </a:lnTo>
                <a:close/>
                <a:moveTo>
                  <a:pt x="169887" y="0"/>
                </a:moveTo>
                <a:lnTo>
                  <a:pt x="9153" y="160734"/>
                </a:lnTo>
                <a:lnTo>
                  <a:pt x="9599" y="160734"/>
                </a:lnTo>
                <a:lnTo>
                  <a:pt x="170334" y="0"/>
                </a:lnTo>
                <a:close/>
                <a:moveTo>
                  <a:pt x="176138" y="0"/>
                </a:moveTo>
                <a:lnTo>
                  <a:pt x="15404" y="160734"/>
                </a:lnTo>
                <a:lnTo>
                  <a:pt x="15850" y="160734"/>
                </a:lnTo>
                <a:lnTo>
                  <a:pt x="176585" y="0"/>
                </a:lnTo>
                <a:close/>
                <a:moveTo>
                  <a:pt x="182389" y="0"/>
                </a:moveTo>
                <a:lnTo>
                  <a:pt x="21654" y="160734"/>
                </a:lnTo>
                <a:lnTo>
                  <a:pt x="22101" y="160734"/>
                </a:lnTo>
                <a:lnTo>
                  <a:pt x="182835" y="0"/>
                </a:lnTo>
                <a:close/>
                <a:moveTo>
                  <a:pt x="188640" y="0"/>
                </a:moveTo>
                <a:lnTo>
                  <a:pt x="27905" y="160734"/>
                </a:lnTo>
                <a:lnTo>
                  <a:pt x="28352" y="160734"/>
                </a:lnTo>
                <a:lnTo>
                  <a:pt x="189086" y="0"/>
                </a:lnTo>
                <a:close/>
                <a:moveTo>
                  <a:pt x="194890" y="0"/>
                </a:moveTo>
                <a:lnTo>
                  <a:pt x="34156" y="160734"/>
                </a:lnTo>
                <a:lnTo>
                  <a:pt x="34603" y="160734"/>
                </a:lnTo>
                <a:lnTo>
                  <a:pt x="195337" y="0"/>
                </a:lnTo>
                <a:close/>
                <a:moveTo>
                  <a:pt x="201141" y="0"/>
                </a:moveTo>
                <a:lnTo>
                  <a:pt x="40407" y="160734"/>
                </a:lnTo>
                <a:lnTo>
                  <a:pt x="40853" y="160734"/>
                </a:lnTo>
                <a:lnTo>
                  <a:pt x="201588" y="0"/>
                </a:lnTo>
                <a:close/>
                <a:moveTo>
                  <a:pt x="207392" y="0"/>
                </a:moveTo>
                <a:lnTo>
                  <a:pt x="46658" y="160734"/>
                </a:lnTo>
                <a:lnTo>
                  <a:pt x="47104" y="160734"/>
                </a:lnTo>
                <a:lnTo>
                  <a:pt x="207838" y="0"/>
                </a:lnTo>
                <a:close/>
                <a:moveTo>
                  <a:pt x="213643" y="0"/>
                </a:moveTo>
                <a:lnTo>
                  <a:pt x="52908" y="160734"/>
                </a:lnTo>
                <a:lnTo>
                  <a:pt x="53355" y="160734"/>
                </a:lnTo>
                <a:lnTo>
                  <a:pt x="214089" y="0"/>
                </a:lnTo>
                <a:close/>
                <a:moveTo>
                  <a:pt x="219894" y="0"/>
                </a:moveTo>
                <a:lnTo>
                  <a:pt x="59159" y="160734"/>
                </a:lnTo>
                <a:lnTo>
                  <a:pt x="59606" y="160734"/>
                </a:lnTo>
                <a:lnTo>
                  <a:pt x="220340" y="0"/>
                </a:lnTo>
                <a:close/>
                <a:moveTo>
                  <a:pt x="226144" y="0"/>
                </a:moveTo>
                <a:lnTo>
                  <a:pt x="65410" y="160734"/>
                </a:lnTo>
                <a:lnTo>
                  <a:pt x="65856" y="160734"/>
                </a:lnTo>
                <a:lnTo>
                  <a:pt x="226591" y="0"/>
                </a:lnTo>
                <a:close/>
                <a:moveTo>
                  <a:pt x="232395" y="0"/>
                </a:moveTo>
                <a:lnTo>
                  <a:pt x="71661" y="160734"/>
                </a:lnTo>
                <a:lnTo>
                  <a:pt x="72107" y="160734"/>
                </a:lnTo>
                <a:lnTo>
                  <a:pt x="232842" y="0"/>
                </a:lnTo>
                <a:close/>
                <a:moveTo>
                  <a:pt x="238646" y="0"/>
                </a:moveTo>
                <a:lnTo>
                  <a:pt x="77912" y="160734"/>
                </a:lnTo>
                <a:lnTo>
                  <a:pt x="78358" y="160734"/>
                </a:lnTo>
                <a:lnTo>
                  <a:pt x="239092" y="0"/>
                </a:lnTo>
                <a:close/>
                <a:moveTo>
                  <a:pt x="244897" y="0"/>
                </a:moveTo>
                <a:lnTo>
                  <a:pt x="84162" y="160734"/>
                </a:lnTo>
                <a:lnTo>
                  <a:pt x="84609" y="160734"/>
                </a:lnTo>
                <a:lnTo>
                  <a:pt x="245343" y="0"/>
                </a:lnTo>
                <a:close/>
                <a:moveTo>
                  <a:pt x="251147" y="0"/>
                </a:moveTo>
                <a:lnTo>
                  <a:pt x="90413" y="160734"/>
                </a:lnTo>
                <a:lnTo>
                  <a:pt x="90860" y="160734"/>
                </a:lnTo>
                <a:lnTo>
                  <a:pt x="251594" y="0"/>
                </a:lnTo>
                <a:close/>
                <a:moveTo>
                  <a:pt x="257398" y="0"/>
                </a:moveTo>
                <a:lnTo>
                  <a:pt x="96664" y="160734"/>
                </a:lnTo>
                <a:lnTo>
                  <a:pt x="97110" y="160734"/>
                </a:lnTo>
                <a:lnTo>
                  <a:pt x="257845" y="0"/>
                </a:lnTo>
                <a:close/>
                <a:moveTo>
                  <a:pt x="263649" y="0"/>
                </a:moveTo>
                <a:lnTo>
                  <a:pt x="102915" y="160734"/>
                </a:lnTo>
                <a:lnTo>
                  <a:pt x="103361" y="160734"/>
                </a:lnTo>
                <a:lnTo>
                  <a:pt x="264096" y="0"/>
                </a:lnTo>
                <a:close/>
                <a:moveTo>
                  <a:pt x="269900" y="0"/>
                </a:moveTo>
                <a:lnTo>
                  <a:pt x="109165" y="160734"/>
                </a:lnTo>
                <a:lnTo>
                  <a:pt x="109612" y="160734"/>
                </a:lnTo>
                <a:lnTo>
                  <a:pt x="270346" y="0"/>
                </a:lnTo>
                <a:close/>
                <a:moveTo>
                  <a:pt x="276151" y="0"/>
                </a:moveTo>
                <a:lnTo>
                  <a:pt x="115416" y="160734"/>
                </a:lnTo>
                <a:lnTo>
                  <a:pt x="115863" y="160734"/>
                </a:lnTo>
                <a:lnTo>
                  <a:pt x="276597" y="0"/>
                </a:lnTo>
                <a:close/>
                <a:moveTo>
                  <a:pt x="282401" y="0"/>
                </a:moveTo>
                <a:lnTo>
                  <a:pt x="121667" y="160734"/>
                </a:lnTo>
                <a:lnTo>
                  <a:pt x="122113" y="160734"/>
                </a:lnTo>
                <a:lnTo>
                  <a:pt x="282848" y="0"/>
                </a:lnTo>
                <a:close/>
                <a:moveTo>
                  <a:pt x="285750" y="2902"/>
                </a:moveTo>
                <a:lnTo>
                  <a:pt x="127918" y="160734"/>
                </a:lnTo>
                <a:lnTo>
                  <a:pt x="128364" y="160734"/>
                </a:lnTo>
                <a:lnTo>
                  <a:pt x="285750" y="3349"/>
                </a:lnTo>
                <a:lnTo>
                  <a:pt x="285750" y="2902"/>
                </a:lnTo>
                <a:close/>
                <a:moveTo>
                  <a:pt x="285750" y="9153"/>
                </a:moveTo>
                <a:lnTo>
                  <a:pt x="134169" y="160734"/>
                </a:lnTo>
                <a:lnTo>
                  <a:pt x="134615" y="160734"/>
                </a:lnTo>
                <a:lnTo>
                  <a:pt x="285750" y="9599"/>
                </a:lnTo>
                <a:lnTo>
                  <a:pt x="285750" y="9153"/>
                </a:lnTo>
                <a:close/>
                <a:moveTo>
                  <a:pt x="285750" y="15404"/>
                </a:moveTo>
                <a:lnTo>
                  <a:pt x="140419" y="160734"/>
                </a:lnTo>
                <a:lnTo>
                  <a:pt x="140866" y="160734"/>
                </a:lnTo>
                <a:lnTo>
                  <a:pt x="285750" y="15850"/>
                </a:lnTo>
                <a:lnTo>
                  <a:pt x="285750" y="15404"/>
                </a:lnTo>
                <a:close/>
                <a:moveTo>
                  <a:pt x="285750" y="21654"/>
                </a:moveTo>
                <a:lnTo>
                  <a:pt x="146670" y="160734"/>
                </a:lnTo>
                <a:lnTo>
                  <a:pt x="147117" y="160734"/>
                </a:lnTo>
                <a:lnTo>
                  <a:pt x="285750" y="22101"/>
                </a:lnTo>
                <a:lnTo>
                  <a:pt x="285750" y="21654"/>
                </a:lnTo>
                <a:close/>
                <a:moveTo>
                  <a:pt x="285750" y="27905"/>
                </a:moveTo>
                <a:lnTo>
                  <a:pt x="152921" y="160734"/>
                </a:lnTo>
                <a:lnTo>
                  <a:pt x="153367" y="160734"/>
                </a:lnTo>
                <a:lnTo>
                  <a:pt x="285750" y="28352"/>
                </a:lnTo>
                <a:lnTo>
                  <a:pt x="285750" y="27905"/>
                </a:lnTo>
                <a:close/>
                <a:moveTo>
                  <a:pt x="285750" y="34156"/>
                </a:moveTo>
                <a:lnTo>
                  <a:pt x="159172" y="160734"/>
                </a:lnTo>
                <a:lnTo>
                  <a:pt x="159618" y="160734"/>
                </a:lnTo>
                <a:lnTo>
                  <a:pt x="285750" y="34602"/>
                </a:lnTo>
                <a:lnTo>
                  <a:pt x="285750" y="34156"/>
                </a:lnTo>
                <a:close/>
                <a:moveTo>
                  <a:pt x="285750" y="40407"/>
                </a:moveTo>
                <a:lnTo>
                  <a:pt x="165422" y="160734"/>
                </a:lnTo>
                <a:lnTo>
                  <a:pt x="165869" y="160734"/>
                </a:lnTo>
                <a:lnTo>
                  <a:pt x="285750" y="40853"/>
                </a:lnTo>
                <a:lnTo>
                  <a:pt x="285750" y="40407"/>
                </a:lnTo>
                <a:close/>
                <a:moveTo>
                  <a:pt x="285750" y="46658"/>
                </a:moveTo>
                <a:lnTo>
                  <a:pt x="171673" y="160734"/>
                </a:lnTo>
                <a:lnTo>
                  <a:pt x="172120" y="160734"/>
                </a:lnTo>
                <a:lnTo>
                  <a:pt x="285750" y="47104"/>
                </a:lnTo>
                <a:lnTo>
                  <a:pt x="285750" y="46658"/>
                </a:lnTo>
                <a:close/>
                <a:moveTo>
                  <a:pt x="285750" y="52908"/>
                </a:moveTo>
                <a:lnTo>
                  <a:pt x="177924" y="160734"/>
                </a:lnTo>
                <a:lnTo>
                  <a:pt x="178371" y="160734"/>
                </a:lnTo>
                <a:lnTo>
                  <a:pt x="285750" y="53355"/>
                </a:lnTo>
                <a:lnTo>
                  <a:pt x="285750" y="52908"/>
                </a:lnTo>
                <a:close/>
                <a:moveTo>
                  <a:pt x="285750" y="59159"/>
                </a:moveTo>
                <a:lnTo>
                  <a:pt x="184175" y="160734"/>
                </a:lnTo>
                <a:lnTo>
                  <a:pt x="184621" y="160734"/>
                </a:lnTo>
                <a:lnTo>
                  <a:pt x="285750" y="59606"/>
                </a:lnTo>
                <a:lnTo>
                  <a:pt x="285750" y="59159"/>
                </a:lnTo>
                <a:close/>
                <a:moveTo>
                  <a:pt x="285750" y="65410"/>
                </a:moveTo>
                <a:lnTo>
                  <a:pt x="190426" y="160734"/>
                </a:lnTo>
                <a:lnTo>
                  <a:pt x="190872" y="160734"/>
                </a:lnTo>
                <a:lnTo>
                  <a:pt x="285750" y="65856"/>
                </a:lnTo>
                <a:lnTo>
                  <a:pt x="285750" y="65410"/>
                </a:lnTo>
                <a:close/>
                <a:moveTo>
                  <a:pt x="285750" y="71661"/>
                </a:moveTo>
                <a:lnTo>
                  <a:pt x="196676" y="160734"/>
                </a:lnTo>
                <a:lnTo>
                  <a:pt x="197123" y="160734"/>
                </a:lnTo>
                <a:lnTo>
                  <a:pt x="285750" y="72107"/>
                </a:lnTo>
                <a:lnTo>
                  <a:pt x="285750" y="71661"/>
                </a:lnTo>
                <a:close/>
                <a:moveTo>
                  <a:pt x="285750" y="77911"/>
                </a:moveTo>
                <a:lnTo>
                  <a:pt x="202927" y="160734"/>
                </a:lnTo>
                <a:lnTo>
                  <a:pt x="203374" y="160734"/>
                </a:lnTo>
                <a:lnTo>
                  <a:pt x="285750" y="78358"/>
                </a:lnTo>
                <a:lnTo>
                  <a:pt x="285750" y="77911"/>
                </a:lnTo>
                <a:close/>
                <a:moveTo>
                  <a:pt x="285750" y="84162"/>
                </a:moveTo>
                <a:lnTo>
                  <a:pt x="209178" y="160734"/>
                </a:lnTo>
                <a:lnTo>
                  <a:pt x="209624" y="160734"/>
                </a:lnTo>
                <a:lnTo>
                  <a:pt x="285750" y="84609"/>
                </a:lnTo>
                <a:lnTo>
                  <a:pt x="285750" y="84162"/>
                </a:lnTo>
                <a:close/>
                <a:moveTo>
                  <a:pt x="285750" y="90413"/>
                </a:moveTo>
                <a:lnTo>
                  <a:pt x="215429" y="160734"/>
                </a:lnTo>
                <a:lnTo>
                  <a:pt x="215875" y="160734"/>
                </a:lnTo>
                <a:lnTo>
                  <a:pt x="285750" y="90859"/>
                </a:lnTo>
                <a:lnTo>
                  <a:pt x="285750" y="90413"/>
                </a:lnTo>
                <a:close/>
                <a:moveTo>
                  <a:pt x="285750" y="96664"/>
                </a:moveTo>
                <a:lnTo>
                  <a:pt x="221680" y="160734"/>
                </a:lnTo>
                <a:lnTo>
                  <a:pt x="222126" y="160734"/>
                </a:lnTo>
                <a:lnTo>
                  <a:pt x="285750" y="97110"/>
                </a:lnTo>
                <a:lnTo>
                  <a:pt x="285750" y="96664"/>
                </a:lnTo>
                <a:close/>
                <a:moveTo>
                  <a:pt x="285750" y="102914"/>
                </a:moveTo>
                <a:lnTo>
                  <a:pt x="227930" y="160734"/>
                </a:lnTo>
                <a:lnTo>
                  <a:pt x="228377" y="160734"/>
                </a:lnTo>
                <a:lnTo>
                  <a:pt x="285750" y="103361"/>
                </a:lnTo>
                <a:lnTo>
                  <a:pt x="285750" y="102914"/>
                </a:lnTo>
                <a:close/>
                <a:moveTo>
                  <a:pt x="285750" y="109165"/>
                </a:moveTo>
                <a:lnTo>
                  <a:pt x="234181" y="160734"/>
                </a:lnTo>
                <a:lnTo>
                  <a:pt x="234628" y="160734"/>
                </a:lnTo>
                <a:lnTo>
                  <a:pt x="285750" y="109612"/>
                </a:lnTo>
                <a:lnTo>
                  <a:pt x="285750" y="109165"/>
                </a:lnTo>
                <a:close/>
                <a:moveTo>
                  <a:pt x="285750" y="115416"/>
                </a:moveTo>
                <a:lnTo>
                  <a:pt x="240432" y="160734"/>
                </a:lnTo>
                <a:lnTo>
                  <a:pt x="240878" y="160734"/>
                </a:lnTo>
                <a:lnTo>
                  <a:pt x="285750" y="115862"/>
                </a:lnTo>
                <a:lnTo>
                  <a:pt x="285750" y="115416"/>
                </a:lnTo>
                <a:close/>
                <a:moveTo>
                  <a:pt x="285750" y="121667"/>
                </a:moveTo>
                <a:lnTo>
                  <a:pt x="246683" y="160734"/>
                </a:lnTo>
                <a:lnTo>
                  <a:pt x="247129" y="160734"/>
                </a:lnTo>
                <a:lnTo>
                  <a:pt x="285750" y="122113"/>
                </a:lnTo>
                <a:lnTo>
                  <a:pt x="285750" y="121667"/>
                </a:lnTo>
                <a:close/>
                <a:moveTo>
                  <a:pt x="285750" y="127917"/>
                </a:moveTo>
                <a:lnTo>
                  <a:pt x="252933" y="160734"/>
                </a:lnTo>
                <a:lnTo>
                  <a:pt x="253380" y="160734"/>
                </a:lnTo>
                <a:lnTo>
                  <a:pt x="285750" y="128364"/>
                </a:lnTo>
                <a:lnTo>
                  <a:pt x="285750" y="127917"/>
                </a:lnTo>
                <a:close/>
                <a:moveTo>
                  <a:pt x="285750" y="134168"/>
                </a:moveTo>
                <a:lnTo>
                  <a:pt x="259184" y="160734"/>
                </a:lnTo>
                <a:lnTo>
                  <a:pt x="259631" y="160734"/>
                </a:lnTo>
                <a:lnTo>
                  <a:pt x="285750" y="134615"/>
                </a:lnTo>
                <a:lnTo>
                  <a:pt x="285750" y="134168"/>
                </a:lnTo>
                <a:close/>
                <a:moveTo>
                  <a:pt x="285750" y="140419"/>
                </a:moveTo>
                <a:lnTo>
                  <a:pt x="265435" y="160734"/>
                </a:lnTo>
                <a:lnTo>
                  <a:pt x="265881" y="160734"/>
                </a:lnTo>
                <a:lnTo>
                  <a:pt x="285750" y="140865"/>
                </a:lnTo>
                <a:lnTo>
                  <a:pt x="285750" y="140419"/>
                </a:lnTo>
                <a:close/>
                <a:moveTo>
                  <a:pt x="285750" y="146670"/>
                </a:moveTo>
                <a:lnTo>
                  <a:pt x="271686" y="160734"/>
                </a:lnTo>
                <a:lnTo>
                  <a:pt x="272132" y="160734"/>
                </a:lnTo>
                <a:lnTo>
                  <a:pt x="285750" y="147116"/>
                </a:lnTo>
                <a:lnTo>
                  <a:pt x="285750" y="146670"/>
                </a:lnTo>
                <a:close/>
                <a:moveTo>
                  <a:pt x="285750" y="152921"/>
                </a:moveTo>
                <a:lnTo>
                  <a:pt x="277937" y="160734"/>
                </a:lnTo>
                <a:lnTo>
                  <a:pt x="278383" y="160734"/>
                </a:lnTo>
                <a:lnTo>
                  <a:pt x="285750" y="153367"/>
                </a:lnTo>
                <a:lnTo>
                  <a:pt x="285750" y="152921"/>
                </a:lnTo>
                <a:close/>
                <a:moveTo>
                  <a:pt x="285750" y="159171"/>
                </a:moveTo>
                <a:lnTo>
                  <a:pt x="284187" y="160734"/>
                </a:lnTo>
                <a:lnTo>
                  <a:pt x="284634" y="160734"/>
                </a:lnTo>
                <a:lnTo>
                  <a:pt x="285750" y="159618"/>
                </a:lnTo>
                <a:lnTo>
                  <a:pt x="285750" y="159171"/>
                </a:lnTo>
                <a:close/>
              </a:path>
            </a:pathLst>
          </a:custGeom>
          <a:solidFill>
            <a:srgbClr val="FFFFFF">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 name="Google Shape;7;p1"/>
          <p:cNvSpPr txBox="1"/>
          <p:nvPr>
            <p:ph type="title"/>
          </p:nvPr>
        </p:nvSpPr>
        <p:spPr>
          <a:xfrm>
            <a:off x="902900" y="742300"/>
            <a:ext cx="7338300" cy="6072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Clr>
                <a:schemeClr val="dk2"/>
              </a:buClr>
              <a:buSzPts val="1800"/>
              <a:buFont typeface="Vidaloka"/>
              <a:buNone/>
              <a:defRPr sz="1800">
                <a:solidFill>
                  <a:schemeClr val="dk2"/>
                </a:solidFill>
                <a:latin typeface="Vidaloka"/>
                <a:ea typeface="Vidaloka"/>
                <a:cs typeface="Vidaloka"/>
                <a:sym typeface="Vidaloka"/>
              </a:defRPr>
            </a:lvl1pPr>
            <a:lvl2pPr lvl="1" algn="ctr">
              <a:spcBef>
                <a:spcPts val="0"/>
              </a:spcBef>
              <a:spcAft>
                <a:spcPts val="0"/>
              </a:spcAft>
              <a:buClr>
                <a:schemeClr val="dk2"/>
              </a:buClr>
              <a:buSzPts val="1800"/>
              <a:buFont typeface="Vidaloka"/>
              <a:buNone/>
              <a:defRPr sz="1800">
                <a:solidFill>
                  <a:schemeClr val="dk2"/>
                </a:solidFill>
                <a:latin typeface="Vidaloka"/>
                <a:ea typeface="Vidaloka"/>
                <a:cs typeface="Vidaloka"/>
                <a:sym typeface="Vidaloka"/>
              </a:defRPr>
            </a:lvl2pPr>
            <a:lvl3pPr lvl="2" algn="ctr">
              <a:spcBef>
                <a:spcPts val="0"/>
              </a:spcBef>
              <a:spcAft>
                <a:spcPts val="0"/>
              </a:spcAft>
              <a:buClr>
                <a:schemeClr val="dk2"/>
              </a:buClr>
              <a:buSzPts val="1800"/>
              <a:buFont typeface="Vidaloka"/>
              <a:buNone/>
              <a:defRPr sz="1800">
                <a:solidFill>
                  <a:schemeClr val="dk2"/>
                </a:solidFill>
                <a:latin typeface="Vidaloka"/>
                <a:ea typeface="Vidaloka"/>
                <a:cs typeface="Vidaloka"/>
                <a:sym typeface="Vidaloka"/>
              </a:defRPr>
            </a:lvl3pPr>
            <a:lvl4pPr lvl="3" algn="ctr">
              <a:spcBef>
                <a:spcPts val="0"/>
              </a:spcBef>
              <a:spcAft>
                <a:spcPts val="0"/>
              </a:spcAft>
              <a:buClr>
                <a:schemeClr val="dk2"/>
              </a:buClr>
              <a:buSzPts val="1800"/>
              <a:buFont typeface="Vidaloka"/>
              <a:buNone/>
              <a:defRPr sz="1800">
                <a:solidFill>
                  <a:schemeClr val="dk2"/>
                </a:solidFill>
                <a:latin typeface="Vidaloka"/>
                <a:ea typeface="Vidaloka"/>
                <a:cs typeface="Vidaloka"/>
                <a:sym typeface="Vidaloka"/>
              </a:defRPr>
            </a:lvl4pPr>
            <a:lvl5pPr lvl="4" algn="ctr">
              <a:spcBef>
                <a:spcPts val="0"/>
              </a:spcBef>
              <a:spcAft>
                <a:spcPts val="0"/>
              </a:spcAft>
              <a:buClr>
                <a:schemeClr val="dk2"/>
              </a:buClr>
              <a:buSzPts val="1800"/>
              <a:buFont typeface="Vidaloka"/>
              <a:buNone/>
              <a:defRPr sz="1800">
                <a:solidFill>
                  <a:schemeClr val="dk2"/>
                </a:solidFill>
                <a:latin typeface="Vidaloka"/>
                <a:ea typeface="Vidaloka"/>
                <a:cs typeface="Vidaloka"/>
                <a:sym typeface="Vidaloka"/>
              </a:defRPr>
            </a:lvl5pPr>
            <a:lvl6pPr lvl="5" algn="ctr">
              <a:spcBef>
                <a:spcPts val="0"/>
              </a:spcBef>
              <a:spcAft>
                <a:spcPts val="0"/>
              </a:spcAft>
              <a:buClr>
                <a:schemeClr val="dk2"/>
              </a:buClr>
              <a:buSzPts val="1800"/>
              <a:buFont typeface="Vidaloka"/>
              <a:buNone/>
              <a:defRPr sz="1800">
                <a:solidFill>
                  <a:schemeClr val="dk2"/>
                </a:solidFill>
                <a:latin typeface="Vidaloka"/>
                <a:ea typeface="Vidaloka"/>
                <a:cs typeface="Vidaloka"/>
                <a:sym typeface="Vidaloka"/>
              </a:defRPr>
            </a:lvl6pPr>
            <a:lvl7pPr lvl="6" algn="ctr">
              <a:spcBef>
                <a:spcPts val="0"/>
              </a:spcBef>
              <a:spcAft>
                <a:spcPts val="0"/>
              </a:spcAft>
              <a:buClr>
                <a:schemeClr val="dk2"/>
              </a:buClr>
              <a:buSzPts val="1800"/>
              <a:buFont typeface="Vidaloka"/>
              <a:buNone/>
              <a:defRPr sz="1800">
                <a:solidFill>
                  <a:schemeClr val="dk2"/>
                </a:solidFill>
                <a:latin typeface="Vidaloka"/>
                <a:ea typeface="Vidaloka"/>
                <a:cs typeface="Vidaloka"/>
                <a:sym typeface="Vidaloka"/>
              </a:defRPr>
            </a:lvl7pPr>
            <a:lvl8pPr lvl="7" algn="ctr">
              <a:spcBef>
                <a:spcPts val="0"/>
              </a:spcBef>
              <a:spcAft>
                <a:spcPts val="0"/>
              </a:spcAft>
              <a:buClr>
                <a:schemeClr val="dk2"/>
              </a:buClr>
              <a:buSzPts val="1800"/>
              <a:buFont typeface="Vidaloka"/>
              <a:buNone/>
              <a:defRPr sz="1800">
                <a:solidFill>
                  <a:schemeClr val="dk2"/>
                </a:solidFill>
                <a:latin typeface="Vidaloka"/>
                <a:ea typeface="Vidaloka"/>
                <a:cs typeface="Vidaloka"/>
                <a:sym typeface="Vidaloka"/>
              </a:defRPr>
            </a:lvl8pPr>
            <a:lvl9pPr lvl="8" algn="ctr">
              <a:spcBef>
                <a:spcPts val="0"/>
              </a:spcBef>
              <a:spcAft>
                <a:spcPts val="0"/>
              </a:spcAft>
              <a:buClr>
                <a:schemeClr val="dk2"/>
              </a:buClr>
              <a:buSzPts val="1800"/>
              <a:buFont typeface="Vidaloka"/>
              <a:buNone/>
              <a:defRPr sz="1800">
                <a:solidFill>
                  <a:schemeClr val="dk2"/>
                </a:solidFill>
                <a:latin typeface="Vidaloka"/>
                <a:ea typeface="Vidaloka"/>
                <a:cs typeface="Vidaloka"/>
                <a:sym typeface="Vidaloka"/>
              </a:defRPr>
            </a:lvl9pPr>
          </a:lstStyle>
          <a:p/>
        </p:txBody>
      </p:sp>
      <p:sp>
        <p:nvSpPr>
          <p:cNvPr id="8" name="Google Shape;8;p1"/>
          <p:cNvSpPr txBox="1"/>
          <p:nvPr>
            <p:ph idx="1" type="body"/>
          </p:nvPr>
        </p:nvSpPr>
        <p:spPr>
          <a:xfrm>
            <a:off x="902900" y="1598734"/>
            <a:ext cx="7338300" cy="2638500"/>
          </a:xfrm>
          <a:prstGeom prst="rect">
            <a:avLst/>
          </a:prstGeom>
          <a:noFill/>
          <a:ln>
            <a:noFill/>
          </a:ln>
        </p:spPr>
        <p:txBody>
          <a:bodyPr anchorCtr="0" anchor="t" bIns="91425" lIns="91425" spcFirstLastPara="1" rIns="91425" wrap="square" tIns="91425">
            <a:noAutofit/>
          </a:bodyPr>
          <a:lstStyle>
            <a:lvl1pPr indent="-368300" lvl="0" marL="457200">
              <a:spcBef>
                <a:spcPts val="600"/>
              </a:spcBef>
              <a:spcAft>
                <a:spcPts val="0"/>
              </a:spcAft>
              <a:buClr>
                <a:schemeClr val="accent2"/>
              </a:buClr>
              <a:buSzPts val="2200"/>
              <a:buFont typeface="Tinos"/>
              <a:buChar char="⬗"/>
              <a:defRPr sz="2200">
                <a:solidFill>
                  <a:schemeClr val="dk1"/>
                </a:solidFill>
                <a:latin typeface="Tinos"/>
                <a:ea typeface="Tinos"/>
                <a:cs typeface="Tinos"/>
                <a:sym typeface="Tinos"/>
              </a:defRPr>
            </a:lvl1pPr>
            <a:lvl2pPr indent="-368300" lvl="1" marL="914400">
              <a:spcBef>
                <a:spcPts val="0"/>
              </a:spcBef>
              <a:spcAft>
                <a:spcPts val="0"/>
              </a:spcAft>
              <a:buClr>
                <a:schemeClr val="dk1"/>
              </a:buClr>
              <a:buSzPts val="2200"/>
              <a:buFont typeface="Tinos"/>
              <a:buChar char="◇"/>
              <a:defRPr sz="2200">
                <a:solidFill>
                  <a:schemeClr val="dk1"/>
                </a:solidFill>
                <a:latin typeface="Tinos"/>
                <a:ea typeface="Tinos"/>
                <a:cs typeface="Tinos"/>
                <a:sym typeface="Tinos"/>
              </a:defRPr>
            </a:lvl2pPr>
            <a:lvl3pPr indent="-368300" lvl="2" marL="1371600">
              <a:spcBef>
                <a:spcPts val="0"/>
              </a:spcBef>
              <a:spcAft>
                <a:spcPts val="0"/>
              </a:spcAft>
              <a:buClr>
                <a:schemeClr val="dk1"/>
              </a:buClr>
              <a:buSzPts val="2200"/>
              <a:buFont typeface="Tinos"/>
              <a:buChar char="◇"/>
              <a:defRPr sz="2200">
                <a:solidFill>
                  <a:schemeClr val="dk1"/>
                </a:solidFill>
                <a:latin typeface="Tinos"/>
                <a:ea typeface="Tinos"/>
                <a:cs typeface="Tinos"/>
                <a:sym typeface="Tinos"/>
              </a:defRPr>
            </a:lvl3pPr>
            <a:lvl4pPr indent="-368300" lvl="3" marL="1828800">
              <a:spcBef>
                <a:spcPts val="0"/>
              </a:spcBef>
              <a:spcAft>
                <a:spcPts val="0"/>
              </a:spcAft>
              <a:buClr>
                <a:schemeClr val="dk1"/>
              </a:buClr>
              <a:buSzPts val="2200"/>
              <a:buFont typeface="Tinos"/>
              <a:buChar char="◇"/>
              <a:defRPr sz="2200">
                <a:solidFill>
                  <a:schemeClr val="dk1"/>
                </a:solidFill>
                <a:latin typeface="Tinos"/>
                <a:ea typeface="Tinos"/>
                <a:cs typeface="Tinos"/>
                <a:sym typeface="Tinos"/>
              </a:defRPr>
            </a:lvl4pPr>
            <a:lvl5pPr indent="-368300" lvl="4" marL="2286000">
              <a:spcBef>
                <a:spcPts val="0"/>
              </a:spcBef>
              <a:spcAft>
                <a:spcPts val="0"/>
              </a:spcAft>
              <a:buClr>
                <a:schemeClr val="dk1"/>
              </a:buClr>
              <a:buSzPts val="2200"/>
              <a:buFont typeface="Tinos"/>
              <a:buChar char="◇"/>
              <a:defRPr sz="2200">
                <a:solidFill>
                  <a:schemeClr val="dk1"/>
                </a:solidFill>
                <a:latin typeface="Tinos"/>
                <a:ea typeface="Tinos"/>
                <a:cs typeface="Tinos"/>
                <a:sym typeface="Tinos"/>
              </a:defRPr>
            </a:lvl5pPr>
            <a:lvl6pPr indent="-368300" lvl="5" marL="2743200">
              <a:spcBef>
                <a:spcPts val="0"/>
              </a:spcBef>
              <a:spcAft>
                <a:spcPts val="0"/>
              </a:spcAft>
              <a:buClr>
                <a:schemeClr val="dk1"/>
              </a:buClr>
              <a:buSzPts val="2200"/>
              <a:buFont typeface="Tinos"/>
              <a:buChar char="◇"/>
              <a:defRPr sz="2200">
                <a:solidFill>
                  <a:schemeClr val="dk1"/>
                </a:solidFill>
                <a:latin typeface="Tinos"/>
                <a:ea typeface="Tinos"/>
                <a:cs typeface="Tinos"/>
                <a:sym typeface="Tinos"/>
              </a:defRPr>
            </a:lvl6pPr>
            <a:lvl7pPr indent="-368300" lvl="6" marL="3200400">
              <a:spcBef>
                <a:spcPts val="0"/>
              </a:spcBef>
              <a:spcAft>
                <a:spcPts val="0"/>
              </a:spcAft>
              <a:buClr>
                <a:schemeClr val="dk1"/>
              </a:buClr>
              <a:buSzPts val="2200"/>
              <a:buFont typeface="Tinos"/>
              <a:buChar char="◇"/>
              <a:defRPr sz="2200">
                <a:solidFill>
                  <a:schemeClr val="dk1"/>
                </a:solidFill>
                <a:latin typeface="Tinos"/>
                <a:ea typeface="Tinos"/>
                <a:cs typeface="Tinos"/>
                <a:sym typeface="Tinos"/>
              </a:defRPr>
            </a:lvl7pPr>
            <a:lvl8pPr indent="-368300" lvl="7" marL="3657600">
              <a:spcBef>
                <a:spcPts val="0"/>
              </a:spcBef>
              <a:spcAft>
                <a:spcPts val="0"/>
              </a:spcAft>
              <a:buClr>
                <a:schemeClr val="dk1"/>
              </a:buClr>
              <a:buSzPts val="2200"/>
              <a:buFont typeface="Tinos"/>
              <a:buChar char="◇"/>
              <a:defRPr sz="2200">
                <a:solidFill>
                  <a:schemeClr val="dk1"/>
                </a:solidFill>
                <a:latin typeface="Tinos"/>
                <a:ea typeface="Tinos"/>
                <a:cs typeface="Tinos"/>
                <a:sym typeface="Tinos"/>
              </a:defRPr>
            </a:lvl8pPr>
            <a:lvl9pPr indent="-368300" lvl="8" marL="4114800">
              <a:spcBef>
                <a:spcPts val="0"/>
              </a:spcBef>
              <a:spcAft>
                <a:spcPts val="0"/>
              </a:spcAft>
              <a:buClr>
                <a:schemeClr val="dk1"/>
              </a:buClr>
              <a:buSzPts val="2200"/>
              <a:buFont typeface="Tinos"/>
              <a:buChar char="◇"/>
              <a:defRPr sz="2200">
                <a:solidFill>
                  <a:schemeClr val="dk1"/>
                </a:solidFill>
                <a:latin typeface="Tinos"/>
                <a:ea typeface="Tinos"/>
                <a:cs typeface="Tinos"/>
                <a:sym typeface="Tinos"/>
              </a:defRPr>
            </a:lvl9pPr>
          </a:lstStyle>
          <a:p/>
        </p:txBody>
      </p:sp>
      <p:sp>
        <p:nvSpPr>
          <p:cNvPr id="9" name="Google Shape;9;p1"/>
          <p:cNvSpPr txBox="1"/>
          <p:nvPr>
            <p:ph idx="12" type="sldNum"/>
          </p:nvPr>
        </p:nvSpPr>
        <p:spPr>
          <a:xfrm>
            <a:off x="50" y="4645875"/>
            <a:ext cx="9144000" cy="497700"/>
          </a:xfrm>
          <a:prstGeom prst="rect">
            <a:avLst/>
          </a:prstGeom>
          <a:noFill/>
          <a:ln>
            <a:noFill/>
          </a:ln>
        </p:spPr>
        <p:txBody>
          <a:bodyPr anchorCtr="0" anchor="ctr" bIns="91425" lIns="91425" spcFirstLastPara="1" rIns="91425" wrap="square" tIns="91425">
            <a:noAutofit/>
          </a:bodyPr>
          <a:lstStyle>
            <a:lvl1pPr lvl="0" algn="ctr">
              <a:buNone/>
              <a:defRPr sz="1300">
                <a:solidFill>
                  <a:schemeClr val="lt1"/>
                </a:solidFill>
                <a:latin typeface="Vidaloka"/>
                <a:ea typeface="Vidaloka"/>
                <a:cs typeface="Vidaloka"/>
                <a:sym typeface="Vidaloka"/>
              </a:defRPr>
            </a:lvl1pPr>
            <a:lvl2pPr lvl="1" algn="ctr">
              <a:buNone/>
              <a:defRPr sz="1300">
                <a:solidFill>
                  <a:schemeClr val="lt1"/>
                </a:solidFill>
                <a:latin typeface="Vidaloka"/>
                <a:ea typeface="Vidaloka"/>
                <a:cs typeface="Vidaloka"/>
                <a:sym typeface="Vidaloka"/>
              </a:defRPr>
            </a:lvl2pPr>
            <a:lvl3pPr lvl="2" algn="ctr">
              <a:buNone/>
              <a:defRPr sz="1300">
                <a:solidFill>
                  <a:schemeClr val="lt1"/>
                </a:solidFill>
                <a:latin typeface="Vidaloka"/>
                <a:ea typeface="Vidaloka"/>
                <a:cs typeface="Vidaloka"/>
                <a:sym typeface="Vidaloka"/>
              </a:defRPr>
            </a:lvl3pPr>
            <a:lvl4pPr lvl="3" algn="ctr">
              <a:buNone/>
              <a:defRPr sz="1300">
                <a:solidFill>
                  <a:schemeClr val="lt1"/>
                </a:solidFill>
                <a:latin typeface="Vidaloka"/>
                <a:ea typeface="Vidaloka"/>
                <a:cs typeface="Vidaloka"/>
                <a:sym typeface="Vidaloka"/>
              </a:defRPr>
            </a:lvl4pPr>
            <a:lvl5pPr lvl="4" algn="ctr">
              <a:buNone/>
              <a:defRPr sz="1300">
                <a:solidFill>
                  <a:schemeClr val="lt1"/>
                </a:solidFill>
                <a:latin typeface="Vidaloka"/>
                <a:ea typeface="Vidaloka"/>
                <a:cs typeface="Vidaloka"/>
                <a:sym typeface="Vidaloka"/>
              </a:defRPr>
            </a:lvl5pPr>
            <a:lvl6pPr lvl="5" algn="ctr">
              <a:buNone/>
              <a:defRPr sz="1300">
                <a:solidFill>
                  <a:schemeClr val="lt1"/>
                </a:solidFill>
                <a:latin typeface="Vidaloka"/>
                <a:ea typeface="Vidaloka"/>
                <a:cs typeface="Vidaloka"/>
                <a:sym typeface="Vidaloka"/>
              </a:defRPr>
            </a:lvl6pPr>
            <a:lvl7pPr lvl="6" algn="ctr">
              <a:buNone/>
              <a:defRPr sz="1300">
                <a:solidFill>
                  <a:schemeClr val="lt1"/>
                </a:solidFill>
                <a:latin typeface="Vidaloka"/>
                <a:ea typeface="Vidaloka"/>
                <a:cs typeface="Vidaloka"/>
                <a:sym typeface="Vidaloka"/>
              </a:defRPr>
            </a:lvl7pPr>
            <a:lvl8pPr lvl="7" algn="ctr">
              <a:buNone/>
              <a:defRPr sz="1300">
                <a:solidFill>
                  <a:schemeClr val="lt1"/>
                </a:solidFill>
                <a:latin typeface="Vidaloka"/>
                <a:ea typeface="Vidaloka"/>
                <a:cs typeface="Vidaloka"/>
                <a:sym typeface="Vidaloka"/>
              </a:defRPr>
            </a:lvl8pPr>
            <a:lvl9pPr lvl="8" algn="ctr">
              <a:buNone/>
              <a:defRPr sz="1300">
                <a:solidFill>
                  <a:schemeClr val="lt1"/>
                </a:solidFill>
                <a:latin typeface="Vidaloka"/>
                <a:ea typeface="Vidaloka"/>
                <a:cs typeface="Vidaloka"/>
                <a:sym typeface="Vidaloka"/>
              </a:defRPr>
            </a:lvl9pPr>
          </a:lstStyle>
          <a:p>
            <a:pPr indent="0" lvl="0" marL="0" rtl="0" algn="ct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transition>
    <p:push/>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hyperlink" Target="http://drive.google.com/file/d/1sxZgz_dmWPZjkagJ3axUjj7EOuKCIPrl/view" TargetMode="External"/><Relationship Id="rId4"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8"/>
          <p:cNvSpPr txBox="1"/>
          <p:nvPr>
            <p:ph type="ctrTitle"/>
          </p:nvPr>
        </p:nvSpPr>
        <p:spPr>
          <a:xfrm>
            <a:off x="3217625" y="1206625"/>
            <a:ext cx="2708700" cy="2730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9"/>
          <p:cNvSpPr txBox="1"/>
          <p:nvPr>
            <p:ph type="title"/>
          </p:nvPr>
        </p:nvSpPr>
        <p:spPr>
          <a:xfrm>
            <a:off x="509550" y="1423875"/>
            <a:ext cx="8124900" cy="179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AI suggested tags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0"/>
          <p:cNvSpPr txBox="1"/>
          <p:nvPr>
            <p:ph type="title"/>
          </p:nvPr>
        </p:nvSpPr>
        <p:spPr>
          <a:xfrm>
            <a:off x="902900" y="742300"/>
            <a:ext cx="7338300" cy="607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300"/>
              <a:t>Choice of AI</a:t>
            </a:r>
            <a:endParaRPr sz="2300"/>
          </a:p>
        </p:txBody>
      </p:sp>
      <p:sp>
        <p:nvSpPr>
          <p:cNvPr id="120" name="Google Shape;120;p20"/>
          <p:cNvSpPr txBox="1"/>
          <p:nvPr>
            <p:ph idx="1" type="body"/>
          </p:nvPr>
        </p:nvSpPr>
        <p:spPr>
          <a:xfrm>
            <a:off x="902825" y="1600600"/>
            <a:ext cx="3561900" cy="28917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b="1" lang="en"/>
              <a:t>Initial Choice</a:t>
            </a:r>
            <a:endParaRPr b="1"/>
          </a:p>
          <a:p>
            <a:pPr indent="0" lvl="0" marL="0" rtl="0" algn="l">
              <a:spcBef>
                <a:spcPts val="600"/>
              </a:spcBef>
              <a:spcAft>
                <a:spcPts val="0"/>
              </a:spcAft>
              <a:buNone/>
            </a:pPr>
            <a:r>
              <a:rPr lang="en"/>
              <a:t>Google Gemini-2.0-flash provided via their free tier</a:t>
            </a:r>
            <a:endParaRPr/>
          </a:p>
          <a:p>
            <a:pPr indent="0" lvl="0" marL="0" rtl="0" algn="l">
              <a:spcBef>
                <a:spcPts val="600"/>
              </a:spcBef>
              <a:spcAft>
                <a:spcPts val="0"/>
              </a:spcAft>
              <a:buNone/>
            </a:pPr>
            <a:r>
              <a:rPr b="1" lang="en"/>
              <a:t>Issue</a:t>
            </a:r>
            <a:endParaRPr b="1"/>
          </a:p>
          <a:p>
            <a:pPr indent="0" lvl="0" marL="0" rtl="0" algn="l">
              <a:spcBef>
                <a:spcPts val="600"/>
              </a:spcBef>
              <a:spcAft>
                <a:spcPts val="0"/>
              </a:spcAft>
              <a:buNone/>
            </a:pPr>
            <a:r>
              <a:rPr lang="en"/>
              <a:t>Inaducate usage limit</a:t>
            </a:r>
            <a:endParaRPr/>
          </a:p>
          <a:p>
            <a:pPr indent="0" lvl="0" marL="0" rtl="0" algn="l">
              <a:spcBef>
                <a:spcPts val="600"/>
              </a:spcBef>
              <a:spcAft>
                <a:spcPts val="0"/>
              </a:spcAft>
              <a:buNone/>
            </a:pPr>
            <a:r>
              <a:t/>
            </a:r>
            <a:endParaRPr/>
          </a:p>
        </p:txBody>
      </p:sp>
      <p:sp>
        <p:nvSpPr>
          <p:cNvPr id="121" name="Google Shape;121;p20"/>
          <p:cNvSpPr txBox="1"/>
          <p:nvPr>
            <p:ph idx="2" type="body"/>
          </p:nvPr>
        </p:nvSpPr>
        <p:spPr>
          <a:xfrm>
            <a:off x="4679246" y="1600600"/>
            <a:ext cx="3561900" cy="28917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b="1" lang="en"/>
              <a:t>Final Choice</a:t>
            </a:r>
            <a:endParaRPr b="1"/>
          </a:p>
          <a:p>
            <a:pPr indent="0" lvl="0" marL="0" rtl="0" algn="l">
              <a:spcBef>
                <a:spcPts val="600"/>
              </a:spcBef>
              <a:spcAft>
                <a:spcPts val="0"/>
              </a:spcAft>
              <a:buNone/>
            </a:pPr>
            <a:r>
              <a:rPr lang="en"/>
              <a:t>Llama-3.3-70b-versatile provided by Groq. An API service providing access to various LLM models</a:t>
            </a:r>
            <a:endParaRPr/>
          </a:p>
          <a:p>
            <a:pPr indent="0" lvl="0" marL="0" rtl="0" algn="l">
              <a:spcBef>
                <a:spcPts val="600"/>
              </a:spcBef>
              <a:spcAft>
                <a:spcPts val="0"/>
              </a:spcAft>
              <a:buNone/>
            </a:pPr>
            <a:r>
              <a:rPr b="1" lang="en"/>
              <a:t>Improvements</a:t>
            </a:r>
            <a:endParaRPr b="1"/>
          </a:p>
          <a:p>
            <a:pPr indent="-342900" lvl="0" marL="457200" rtl="0" algn="l">
              <a:spcBef>
                <a:spcPts val="600"/>
              </a:spcBef>
              <a:spcAft>
                <a:spcPts val="0"/>
              </a:spcAft>
              <a:buSzPts val="1800"/>
              <a:buChar char="⬗"/>
            </a:pPr>
            <a:r>
              <a:rPr lang="en"/>
              <a:t>Increased usage limit</a:t>
            </a:r>
            <a:endParaRPr/>
          </a:p>
          <a:p>
            <a:pPr indent="-342900" lvl="0" marL="457200" rtl="0" algn="l">
              <a:spcBef>
                <a:spcPts val="0"/>
              </a:spcBef>
              <a:spcAft>
                <a:spcPts val="0"/>
              </a:spcAft>
              <a:buSzPts val="1800"/>
              <a:buChar char="⬗"/>
            </a:pPr>
            <a:r>
              <a:rPr lang="en"/>
              <a:t>Wealth of choice(GPT-OSS, Mistral)</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1"/>
          <p:cNvSpPr txBox="1"/>
          <p:nvPr>
            <p:ph type="title"/>
          </p:nvPr>
        </p:nvSpPr>
        <p:spPr>
          <a:xfrm>
            <a:off x="936750" y="761650"/>
            <a:ext cx="7338300" cy="607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AI toggle</a:t>
            </a:r>
            <a:endParaRPr/>
          </a:p>
        </p:txBody>
      </p:sp>
      <p:sp>
        <p:nvSpPr>
          <p:cNvPr id="127" name="Google Shape;127;p21"/>
          <p:cNvSpPr txBox="1"/>
          <p:nvPr/>
        </p:nvSpPr>
        <p:spPr>
          <a:xfrm>
            <a:off x="1342200" y="1349500"/>
            <a:ext cx="6459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Tinos"/>
                <a:ea typeface="Tinos"/>
                <a:cs typeface="Tinos"/>
                <a:sym typeface="Tinos"/>
              </a:rPr>
              <a:t>The AI feature can be used when updating or creating a recipe</a:t>
            </a:r>
            <a:endParaRPr sz="1200">
              <a:solidFill>
                <a:schemeClr val="dk1"/>
              </a:solidFill>
              <a:latin typeface="Tinos"/>
              <a:ea typeface="Tinos"/>
              <a:cs typeface="Tinos"/>
              <a:sym typeface="Tinos"/>
            </a:endParaRPr>
          </a:p>
        </p:txBody>
      </p:sp>
      <p:pic>
        <p:nvPicPr>
          <p:cNvPr id="128" name="Google Shape;128;p21" title="AIDemo.mp4">
            <a:hlinkClick r:id="rId3"/>
          </p:cNvPr>
          <p:cNvPicPr preferRelativeResize="0"/>
          <p:nvPr/>
        </p:nvPicPr>
        <p:blipFill>
          <a:blip r:embed="rId4">
            <a:alphaModFix/>
          </a:blip>
          <a:stretch>
            <a:fillRect/>
          </a:stretch>
        </p:blipFill>
        <p:spPr>
          <a:xfrm>
            <a:off x="2017325" y="1718800"/>
            <a:ext cx="5177148" cy="262745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
                                        </p:tgtEl>
                                        <p:attrNameLst>
                                          <p:attrName>style.visibility</p:attrName>
                                        </p:attrNameLst>
                                      </p:cBhvr>
                                      <p:to>
                                        <p:strVal val="visible"/>
                                      </p:to>
                                    </p:set>
                                    <p:animEffect filter="fade" transition="in">
                                      <p:cBhvr>
                                        <p:cTn dur="1000"/>
                                        <p:tgtEl>
                                          <p:spTgt spid="1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2"/>
          <p:cNvSpPr txBox="1"/>
          <p:nvPr>
            <p:ph type="title"/>
          </p:nvPr>
        </p:nvSpPr>
        <p:spPr>
          <a:xfrm>
            <a:off x="902900" y="742300"/>
            <a:ext cx="7338300" cy="607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300"/>
              <a:t>Created Service</a:t>
            </a:r>
            <a:endParaRPr sz="2300"/>
          </a:p>
        </p:txBody>
      </p:sp>
      <p:pic>
        <p:nvPicPr>
          <p:cNvPr id="134" name="Google Shape;134;p22"/>
          <p:cNvPicPr preferRelativeResize="0"/>
          <p:nvPr/>
        </p:nvPicPr>
        <p:blipFill>
          <a:blip r:embed="rId3">
            <a:alphaModFix/>
          </a:blip>
          <a:stretch>
            <a:fillRect/>
          </a:stretch>
        </p:blipFill>
        <p:spPr>
          <a:xfrm>
            <a:off x="902899" y="1465250"/>
            <a:ext cx="4323951" cy="2968701"/>
          </a:xfrm>
          <a:prstGeom prst="rect">
            <a:avLst/>
          </a:prstGeom>
          <a:noFill/>
          <a:ln>
            <a:noFill/>
          </a:ln>
        </p:spPr>
      </p:pic>
      <p:sp>
        <p:nvSpPr>
          <p:cNvPr id="135" name="Google Shape;135;p22"/>
          <p:cNvSpPr txBox="1"/>
          <p:nvPr/>
        </p:nvSpPr>
        <p:spPr>
          <a:xfrm>
            <a:off x="5337800" y="1298825"/>
            <a:ext cx="29034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chemeClr val="dk1"/>
                </a:solidFill>
                <a:latin typeface="Tinos"/>
                <a:ea typeface="Tinos"/>
                <a:cs typeface="Tinos"/>
                <a:sym typeface="Tinos"/>
              </a:rPr>
              <a:t>Prompt used</a:t>
            </a:r>
            <a:endParaRPr b="1" sz="2200">
              <a:solidFill>
                <a:schemeClr val="dk1"/>
              </a:solidFill>
              <a:latin typeface="Tinos"/>
              <a:ea typeface="Tinos"/>
              <a:cs typeface="Tinos"/>
              <a:sym typeface="Tinos"/>
            </a:endParaRPr>
          </a:p>
        </p:txBody>
      </p:sp>
      <p:sp>
        <p:nvSpPr>
          <p:cNvPr id="136" name="Google Shape;136;p22"/>
          <p:cNvSpPr txBox="1"/>
          <p:nvPr/>
        </p:nvSpPr>
        <p:spPr>
          <a:xfrm>
            <a:off x="5337800" y="1699650"/>
            <a:ext cx="3057000" cy="2068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solidFill>
                  <a:schemeClr val="dk1"/>
                </a:solidFill>
                <a:latin typeface="Tinos"/>
                <a:ea typeface="Tinos"/>
                <a:cs typeface="Tinos"/>
                <a:sym typeface="Tinos"/>
              </a:rPr>
              <a:t>Please generate up to 6 dietary tags you believe is appropriate for the following set of ingredients for a recipe. Keep the tags about 2 words in max length. You may generate new tags or use already existing tags when appropriate. Ingredients: ${ingredientList}, Available tags: ${tagNames}. Your return format must be just like this for backend processing: ["tag1", "tag2"].</a:t>
            </a:r>
            <a:endParaRPr sz="1200">
              <a:solidFill>
                <a:schemeClr val="dk1"/>
              </a:solidFill>
              <a:latin typeface="Tinos"/>
              <a:ea typeface="Tinos"/>
              <a:cs typeface="Tinos"/>
              <a:sym typeface="Tino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3"/>
          <p:cNvSpPr txBox="1"/>
          <p:nvPr>
            <p:ph type="title"/>
          </p:nvPr>
        </p:nvSpPr>
        <p:spPr>
          <a:xfrm>
            <a:off x="902900" y="742300"/>
            <a:ext cx="7338300" cy="607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300"/>
              <a:t>Trace Through of Suggesting Tags</a:t>
            </a:r>
            <a:endParaRPr sz="2300"/>
          </a:p>
        </p:txBody>
      </p:sp>
      <p:sp>
        <p:nvSpPr>
          <p:cNvPr id="142" name="Google Shape;142;p23"/>
          <p:cNvSpPr txBox="1"/>
          <p:nvPr>
            <p:ph idx="1" type="body"/>
          </p:nvPr>
        </p:nvSpPr>
        <p:spPr>
          <a:xfrm>
            <a:off x="902900" y="1598734"/>
            <a:ext cx="7338300" cy="2638500"/>
          </a:xfrm>
          <a:prstGeom prst="rect">
            <a:avLst/>
          </a:prstGeom>
        </p:spPr>
        <p:txBody>
          <a:bodyPr anchorCtr="0" anchor="t" bIns="91425" lIns="91425" spcFirstLastPara="1" rIns="91425" wrap="square" tIns="91425">
            <a:noAutofit/>
          </a:bodyPr>
          <a:lstStyle/>
          <a:p>
            <a:pPr indent="-330200" lvl="0" marL="457200" rtl="0" algn="l">
              <a:spcBef>
                <a:spcPts val="600"/>
              </a:spcBef>
              <a:spcAft>
                <a:spcPts val="0"/>
              </a:spcAft>
              <a:buSzPts val="1600"/>
              <a:buAutoNum type="arabicPeriod"/>
            </a:pPr>
            <a:r>
              <a:rPr lang="en" sz="1600"/>
              <a:t>Router listens for /suggest-tags</a:t>
            </a:r>
            <a:endParaRPr sz="1600"/>
          </a:p>
          <a:p>
            <a:pPr indent="-330200" lvl="0" marL="457200" rtl="0" algn="l">
              <a:spcBef>
                <a:spcPts val="1000"/>
              </a:spcBef>
              <a:spcAft>
                <a:spcPts val="0"/>
              </a:spcAft>
              <a:buSzPts val="1600"/>
              <a:buAutoNum type="arabicPeriod"/>
            </a:pPr>
            <a:r>
              <a:rPr lang="en" sz="1600"/>
              <a:t>Extracts ingredients and tags from the request object</a:t>
            </a:r>
            <a:endParaRPr sz="1600"/>
          </a:p>
          <a:p>
            <a:pPr indent="-330200" lvl="0" marL="457200" rtl="0" algn="l">
              <a:spcBef>
                <a:spcPts val="1000"/>
              </a:spcBef>
              <a:spcAft>
                <a:spcPts val="0"/>
              </a:spcAft>
              <a:buSzPts val="1600"/>
              <a:buAutoNum type="arabicPeriod"/>
            </a:pPr>
            <a:r>
              <a:rPr lang="en" sz="1600"/>
              <a:t>Fetch all tags from database</a:t>
            </a:r>
            <a:endParaRPr sz="1600"/>
          </a:p>
          <a:p>
            <a:pPr indent="-330200" lvl="0" marL="457200" rtl="0" algn="l">
              <a:spcBef>
                <a:spcPts val="1000"/>
              </a:spcBef>
              <a:spcAft>
                <a:spcPts val="0"/>
              </a:spcAft>
              <a:buSzPts val="1600"/>
              <a:buAutoNum type="arabicPeriod"/>
            </a:pPr>
            <a:r>
              <a:rPr lang="en" sz="1600"/>
              <a:t>Comparing the array of tags and removing selected items to prevent duplicates suggested, producing availableTags variable</a:t>
            </a:r>
            <a:endParaRPr sz="1600"/>
          </a:p>
          <a:p>
            <a:pPr indent="-330200" lvl="0" marL="457200" rtl="0" algn="l">
              <a:spcBef>
                <a:spcPts val="1000"/>
              </a:spcBef>
              <a:spcAft>
                <a:spcPts val="0"/>
              </a:spcAft>
              <a:buSzPts val="1600"/>
              <a:buAutoNum type="arabicPeriod"/>
            </a:pPr>
            <a:r>
              <a:rPr lang="en" sz="1600"/>
              <a:t>Sending available tags and ingredients to AI service</a:t>
            </a:r>
            <a:endParaRPr sz="1600"/>
          </a:p>
          <a:p>
            <a:pPr indent="-330200" lvl="0" marL="457200" rtl="0" algn="l">
              <a:spcBef>
                <a:spcPts val="1000"/>
              </a:spcBef>
              <a:spcAft>
                <a:spcPts val="1000"/>
              </a:spcAft>
              <a:buSzPts val="1600"/>
              <a:buAutoNum type="arabicPeriod"/>
            </a:pPr>
            <a:r>
              <a:rPr lang="en" sz="1600"/>
              <a:t>Returns the new tags produced by AI and selected tags to be stored by recipe controller</a:t>
            </a:r>
            <a:endParaRPr sz="16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4"/>
          <p:cNvSpPr txBox="1"/>
          <p:nvPr>
            <p:ph type="title"/>
          </p:nvPr>
        </p:nvSpPr>
        <p:spPr>
          <a:xfrm>
            <a:off x="509550" y="1423875"/>
            <a:ext cx="8124900" cy="179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Lessons</a:t>
            </a:r>
            <a:r>
              <a:rPr lang="en"/>
              <a:t> Learned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5"/>
          <p:cNvSpPr txBox="1"/>
          <p:nvPr>
            <p:ph idx="1" type="body"/>
          </p:nvPr>
        </p:nvSpPr>
        <p:spPr>
          <a:xfrm>
            <a:off x="504800" y="501200"/>
            <a:ext cx="8142900" cy="4143600"/>
          </a:xfrm>
          <a:prstGeom prst="rect">
            <a:avLst/>
          </a:prstGeom>
        </p:spPr>
        <p:txBody>
          <a:bodyPr anchorCtr="0" anchor="t" bIns="91425" lIns="91425" spcFirstLastPara="1" rIns="91425" wrap="square" tIns="91425">
            <a:noAutofit/>
          </a:bodyPr>
          <a:lstStyle/>
          <a:p>
            <a:pPr indent="0" lvl="0" marL="0" rtl="0" algn="l">
              <a:spcBef>
                <a:spcPts val="600"/>
              </a:spcBef>
              <a:spcAft>
                <a:spcPts val="1000"/>
              </a:spcAft>
              <a:buNone/>
            </a:pPr>
            <a:r>
              <a:t/>
            </a:r>
            <a:endParaRPr sz="1600"/>
          </a:p>
        </p:txBody>
      </p:sp>
      <p:pic>
        <p:nvPicPr>
          <p:cNvPr id="153" name="Google Shape;153;p25" title="Screenshot 2026-05-03 6.07.21 PM.png"/>
          <p:cNvPicPr preferRelativeResize="0"/>
          <p:nvPr/>
        </p:nvPicPr>
        <p:blipFill>
          <a:blip r:embed="rId3">
            <a:alphaModFix/>
          </a:blip>
          <a:stretch>
            <a:fillRect/>
          </a:stretch>
        </p:blipFill>
        <p:spPr>
          <a:xfrm>
            <a:off x="504800" y="501200"/>
            <a:ext cx="8142900" cy="41919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6"/>
          <p:cNvSpPr txBox="1"/>
          <p:nvPr>
            <p:ph type="title"/>
          </p:nvPr>
        </p:nvSpPr>
        <p:spPr>
          <a:xfrm>
            <a:off x="902900" y="742300"/>
            <a:ext cx="7338300" cy="607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Recommended Recipes</a:t>
            </a:r>
            <a:endParaRPr/>
          </a:p>
        </p:txBody>
      </p:sp>
      <p:sp>
        <p:nvSpPr>
          <p:cNvPr id="159" name="Google Shape;159;p26"/>
          <p:cNvSpPr txBox="1"/>
          <p:nvPr>
            <p:ph idx="1" type="body"/>
          </p:nvPr>
        </p:nvSpPr>
        <p:spPr>
          <a:xfrm>
            <a:off x="902900" y="1598734"/>
            <a:ext cx="7338300" cy="2638500"/>
          </a:xfrm>
          <a:prstGeom prst="rect">
            <a:avLst/>
          </a:prstGeom>
        </p:spPr>
        <p:txBody>
          <a:bodyPr anchorCtr="0" anchor="t" bIns="91425" lIns="91425" spcFirstLastPara="1" rIns="91425" wrap="square" tIns="91425">
            <a:noAutofit/>
          </a:bodyPr>
          <a:lstStyle/>
          <a:p>
            <a:pPr indent="-336550" lvl="0" marL="457200" rtl="0" algn="l">
              <a:spcBef>
                <a:spcPts val="600"/>
              </a:spcBef>
              <a:spcAft>
                <a:spcPts val="0"/>
              </a:spcAft>
              <a:buSzPts val="1700"/>
              <a:buChar char="⬗"/>
            </a:pPr>
            <a:r>
              <a:rPr lang="en" sz="1700"/>
              <a:t>Recipes made by the team are pushed to the front of the “browse” tab and highlighted in pink</a:t>
            </a:r>
            <a:endParaRPr sz="1700"/>
          </a:p>
        </p:txBody>
      </p:sp>
      <p:pic>
        <p:nvPicPr>
          <p:cNvPr id="160" name="Google Shape;160;p26" title="Screenshot (93).png"/>
          <p:cNvPicPr preferRelativeResize="0"/>
          <p:nvPr/>
        </p:nvPicPr>
        <p:blipFill>
          <a:blip r:embed="rId3">
            <a:alphaModFix/>
          </a:blip>
          <a:stretch>
            <a:fillRect/>
          </a:stretch>
        </p:blipFill>
        <p:spPr>
          <a:xfrm>
            <a:off x="3433375" y="2158500"/>
            <a:ext cx="4288450" cy="21759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7"/>
          <p:cNvSpPr txBox="1"/>
          <p:nvPr>
            <p:ph type="title"/>
          </p:nvPr>
        </p:nvSpPr>
        <p:spPr>
          <a:xfrm>
            <a:off x="902900" y="742300"/>
            <a:ext cx="7338300" cy="607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Endnote</a:t>
            </a:r>
            <a:endParaRPr/>
          </a:p>
        </p:txBody>
      </p:sp>
      <p:sp>
        <p:nvSpPr>
          <p:cNvPr id="166" name="Google Shape;166;p27"/>
          <p:cNvSpPr txBox="1"/>
          <p:nvPr>
            <p:ph idx="1" type="body"/>
          </p:nvPr>
        </p:nvSpPr>
        <p:spPr>
          <a:xfrm>
            <a:off x="902900" y="1598734"/>
            <a:ext cx="7338300" cy="26385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Grandma’s Cookbook has been a grand learning experience for the team at Grandma’s Recipe Co. and we hope that the following live demo will be an effective demonstration of what we’ve learned and how we’ve implemented it.</a:t>
            </a:r>
            <a:endParaRPr/>
          </a:p>
        </p:txBody>
      </p:sp>
    </p:spTree>
  </p:cSld>
  <p:clrMapOvr>
    <a:masterClrMapping/>
  </p:clrMapOvr>
</p:sld>
</file>

<file path=ppt/theme/theme1.xml><?xml version="1.0" encoding="utf-8"?>
<a:theme xmlns:a="http://schemas.openxmlformats.org/drawingml/2006/main" xmlns:r="http://schemas.openxmlformats.org/officeDocument/2006/relationships" name="Helicanus template">
  <a:themeElements>
    <a:clrScheme name="Custom 347">
      <a:dk1>
        <a:srgbClr val="434343"/>
      </a:dk1>
      <a:lt1>
        <a:srgbClr val="FFFFFF"/>
      </a:lt1>
      <a:dk2>
        <a:srgbClr val="666666"/>
      </a:dk2>
      <a:lt2>
        <a:srgbClr val="EBE6E0"/>
      </a:lt2>
      <a:accent1>
        <a:srgbClr val="473D37"/>
      </a:accent1>
      <a:accent2>
        <a:srgbClr val="9E7C59"/>
      </a:accent2>
      <a:accent3>
        <a:srgbClr val="D8A869"/>
      </a:accent3>
      <a:accent4>
        <a:srgbClr val="627594"/>
      </a:accent4>
      <a:accent5>
        <a:srgbClr val="8AA4CE"/>
      </a:accent5>
      <a:accent6>
        <a:srgbClr val="AEBACF"/>
      </a:accent6>
      <a:hlink>
        <a:srgbClr val="434343"/>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